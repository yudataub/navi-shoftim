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CE8D69-15B1-4052-B123-47CD4B47DFD1}">
  <a:tblStyle styleId="{C3CE8D69-15B1-4052-B123-47CD4B47DFD1}" styleName="Table_0">
    <a:wholeTbl>
      <a:tcTxStyle b="off" i="off">
        <a:font>
          <a:latin typeface="Georgia"/>
          <a:ea typeface="Georgia"/>
          <a:cs typeface="Georgia"/>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type="title">
  <p:cSld name="TITLE">
    <p:spTree>
      <p:nvGrpSpPr>
        <p:cNvPr id="24" name="Shape 24"/>
        <p:cNvGrpSpPr/>
        <p:nvPr/>
      </p:nvGrpSpPr>
      <p:grpSpPr>
        <a:xfrm>
          <a:off x="0" y="0"/>
          <a:ext cx="0" cy="0"/>
          <a:chOff x="0" y="0"/>
          <a:chExt cx="0" cy="0"/>
        </a:xfrm>
      </p:grpSpPr>
      <p:sp>
        <p:nvSpPr>
          <p:cNvPr id="25" name="Google Shape;25;p2"/>
          <p:cNvSpPr/>
          <p:nvPr/>
        </p:nvSpPr>
        <p:spPr>
          <a:xfrm flipH="1" rot="10800000">
            <a:off x="5410182" y="3810000"/>
            <a:ext cx="3733819" cy="910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6" name="Google Shape;26;p2"/>
          <p:cNvSpPr/>
          <p:nvPr/>
        </p:nvSpPr>
        <p:spPr>
          <a:xfrm flipH="1" rot="10800000">
            <a:off x="5410200" y="3897010"/>
            <a:ext cx="3733801" cy="192024"/>
          </a:xfrm>
          <a:prstGeom prst="rect">
            <a:avLst/>
          </a:prstGeom>
          <a:solidFill>
            <a:schemeClr val="accent2">
              <a:alpha val="48627"/>
            </a:scheme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7" name="Google Shape;27;p2"/>
          <p:cNvSpPr/>
          <p:nvPr/>
        </p:nvSpPr>
        <p:spPr>
          <a:xfrm flipH="1" rot="10800000">
            <a:off x="5410200" y="4115167"/>
            <a:ext cx="3733801" cy="9144"/>
          </a:xfrm>
          <a:prstGeom prst="rect">
            <a:avLst/>
          </a:prstGeom>
          <a:solidFill>
            <a:schemeClr val="accent2">
              <a:alpha val="63529"/>
            </a:scheme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8" name="Google Shape;28;p2"/>
          <p:cNvSpPr/>
          <p:nvPr/>
        </p:nvSpPr>
        <p:spPr>
          <a:xfrm flipH="1" rot="10800000">
            <a:off x="5410200" y="4164403"/>
            <a:ext cx="1965960" cy="18288"/>
          </a:xfrm>
          <a:prstGeom prst="rect">
            <a:avLst/>
          </a:prstGeom>
          <a:solidFill>
            <a:schemeClr val="accent2">
              <a:alpha val="60000"/>
            </a:scheme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9" name="Google Shape;29;p2"/>
          <p:cNvSpPr/>
          <p:nvPr/>
        </p:nvSpPr>
        <p:spPr>
          <a:xfrm flipH="1" rot="10800000">
            <a:off x="5410200" y="4199572"/>
            <a:ext cx="1965960" cy="9144"/>
          </a:xfrm>
          <a:prstGeom prst="rect">
            <a:avLst/>
          </a:prstGeom>
          <a:solidFill>
            <a:schemeClr val="accent2">
              <a:alpha val="63529"/>
            </a:scheme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0" name="Google Shape;30;p2"/>
          <p:cNvSpPr/>
          <p:nvPr/>
        </p:nvSpPr>
        <p:spPr>
          <a:xfrm>
            <a:off x="5410200" y="3962400"/>
            <a:ext cx="3063240" cy="274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1" name="Google Shape;31;p2"/>
          <p:cNvSpPr/>
          <p:nvPr/>
        </p:nvSpPr>
        <p:spPr>
          <a:xfrm>
            <a:off x="7376507" y="4060983"/>
            <a:ext cx="1600200" cy="36576"/>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2" name="Google Shape;32;p2"/>
          <p:cNvSpPr/>
          <p:nvPr/>
        </p:nvSpPr>
        <p:spPr>
          <a:xfrm>
            <a:off x="1" y="3649662"/>
            <a:ext cx="9144000" cy="244170"/>
          </a:xfrm>
          <a:prstGeom prst="rect">
            <a:avLst/>
          </a:prstGeom>
          <a:solidFill>
            <a:schemeClr val="accent2">
              <a:alpha val="48627"/>
            </a:scheme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3" name="Google Shape;33;p2"/>
          <p:cNvSpPr/>
          <p:nvPr/>
        </p:nvSpPr>
        <p:spPr>
          <a:xfrm>
            <a:off x="0" y="3675527"/>
            <a:ext cx="9144001" cy="14067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4" name="Google Shape;34;p2"/>
          <p:cNvSpPr/>
          <p:nvPr/>
        </p:nvSpPr>
        <p:spPr>
          <a:xfrm flipH="1" rot="10800000">
            <a:off x="6414051" y="3643090"/>
            <a:ext cx="2729950" cy="248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5" name="Google Shape;35;p2"/>
          <p:cNvSpPr/>
          <p:nvPr/>
        </p:nvSpPr>
        <p:spPr>
          <a:xfrm>
            <a:off x="0" y="0"/>
            <a:ext cx="9144000" cy="3701700"/>
          </a:xfrm>
          <a:prstGeom prst="rect">
            <a:avLst/>
          </a:prstGeom>
          <a:solidFill>
            <a:schemeClr val="dk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6" name="Google Shape;36;p2"/>
          <p:cNvSpPr txBox="1"/>
          <p:nvPr>
            <p:ph type="ctrTitle"/>
          </p:nvPr>
        </p:nvSpPr>
        <p:spPr>
          <a:xfrm>
            <a:off x="457200" y="2401887"/>
            <a:ext cx="8458200" cy="1470025"/>
          </a:xfrm>
          <a:prstGeom prst="rect">
            <a:avLst/>
          </a:prstGeom>
          <a:noFill/>
          <a:ln>
            <a:noFill/>
          </a:ln>
        </p:spPr>
        <p:txBody>
          <a:bodyPr anchorCtr="0" anchor="b" bIns="45700" lIns="91425" spcFirstLastPara="1" rIns="91425" wrap="square" tIns="45700">
            <a:normAutofit/>
          </a:bodyPr>
          <a:lstStyle>
            <a:lvl1pPr lvl="0" rtl="1" algn="l">
              <a:lnSpc>
                <a:spcPct val="100000"/>
              </a:lnSpc>
              <a:spcBef>
                <a:spcPts val="0"/>
              </a:spcBef>
              <a:spcAft>
                <a:spcPts val="0"/>
              </a:spcAft>
              <a:buClr>
                <a:schemeClr val="lt1"/>
              </a:buClr>
              <a:buSzPts val="4400"/>
              <a:buFont typeface="Trebuchet MS"/>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
          <p:cNvSpPr txBox="1"/>
          <p:nvPr>
            <p:ph idx="1" type="subTitle"/>
          </p:nvPr>
        </p:nvSpPr>
        <p:spPr>
          <a:xfrm>
            <a:off x="457200" y="3899938"/>
            <a:ext cx="4953000" cy="1752600"/>
          </a:xfrm>
          <a:prstGeom prst="rect">
            <a:avLst/>
          </a:prstGeom>
          <a:noFill/>
          <a:ln>
            <a:noFill/>
          </a:ln>
        </p:spPr>
        <p:txBody>
          <a:bodyPr anchorCtr="0" anchor="t" bIns="45700" lIns="91425" spcFirstLastPara="1" rIns="91425" wrap="square" tIns="45700">
            <a:normAutofit/>
          </a:bodyPr>
          <a:lstStyle>
            <a:lvl1pPr lvl="0" rtl="1" algn="l">
              <a:lnSpc>
                <a:spcPct val="100000"/>
              </a:lnSpc>
              <a:spcBef>
                <a:spcPts val="300"/>
              </a:spcBef>
              <a:spcAft>
                <a:spcPts val="0"/>
              </a:spcAft>
              <a:buSzPts val="2400"/>
              <a:buNone/>
              <a:defRPr sz="2400">
                <a:solidFill>
                  <a:schemeClr val="dk2"/>
                </a:solidFill>
              </a:defRPr>
            </a:lvl1pPr>
            <a:lvl2pPr lvl="1" rtl="1" algn="ctr">
              <a:lnSpc>
                <a:spcPct val="100000"/>
              </a:lnSpc>
              <a:spcBef>
                <a:spcPts val="300"/>
              </a:spcBef>
              <a:spcAft>
                <a:spcPts val="0"/>
              </a:spcAft>
              <a:buSzPts val="1800"/>
              <a:buNone/>
              <a:defRPr/>
            </a:lvl2pPr>
            <a:lvl3pPr lvl="2" rtl="1" algn="ctr">
              <a:lnSpc>
                <a:spcPct val="100000"/>
              </a:lnSpc>
              <a:spcBef>
                <a:spcPts val="300"/>
              </a:spcBef>
              <a:spcAft>
                <a:spcPts val="0"/>
              </a:spcAft>
              <a:buSzPts val="1800"/>
              <a:buNone/>
              <a:defRPr/>
            </a:lvl3pPr>
            <a:lvl4pPr lvl="3" rtl="1" algn="ctr">
              <a:lnSpc>
                <a:spcPct val="100000"/>
              </a:lnSpc>
              <a:spcBef>
                <a:spcPts val="300"/>
              </a:spcBef>
              <a:spcAft>
                <a:spcPts val="0"/>
              </a:spcAft>
              <a:buSzPts val="1800"/>
              <a:buNone/>
              <a:defRPr/>
            </a:lvl4pPr>
            <a:lvl5pPr lvl="4" rtl="1" algn="ctr">
              <a:lnSpc>
                <a:spcPct val="100000"/>
              </a:lnSpc>
              <a:spcBef>
                <a:spcPts val="300"/>
              </a:spcBef>
              <a:spcAft>
                <a:spcPts val="0"/>
              </a:spcAft>
              <a:buSzPts val="1800"/>
              <a:buNone/>
              <a:defRPr/>
            </a:lvl5pPr>
            <a:lvl6pPr lvl="5" rtl="1" algn="ctr">
              <a:lnSpc>
                <a:spcPct val="100000"/>
              </a:lnSpc>
              <a:spcBef>
                <a:spcPts val="300"/>
              </a:spcBef>
              <a:spcAft>
                <a:spcPts val="0"/>
              </a:spcAft>
              <a:buSzPts val="1800"/>
              <a:buNone/>
              <a:defRPr/>
            </a:lvl6pPr>
            <a:lvl7pPr lvl="6" rtl="1" algn="ctr">
              <a:lnSpc>
                <a:spcPct val="100000"/>
              </a:lnSpc>
              <a:spcBef>
                <a:spcPts val="300"/>
              </a:spcBef>
              <a:spcAft>
                <a:spcPts val="0"/>
              </a:spcAft>
              <a:buSzPts val="1800"/>
              <a:buNone/>
              <a:defRPr/>
            </a:lvl7pPr>
            <a:lvl8pPr lvl="7" rtl="1" algn="ctr">
              <a:lnSpc>
                <a:spcPct val="100000"/>
              </a:lnSpc>
              <a:spcBef>
                <a:spcPts val="300"/>
              </a:spcBef>
              <a:spcAft>
                <a:spcPts val="0"/>
              </a:spcAft>
              <a:buSzPts val="1800"/>
              <a:buNone/>
              <a:defRPr/>
            </a:lvl8pPr>
            <a:lvl9pPr lvl="8" rtl="1" algn="ctr">
              <a:lnSpc>
                <a:spcPct val="100000"/>
              </a:lnSpc>
              <a:spcBef>
                <a:spcPts val="300"/>
              </a:spcBef>
              <a:spcAft>
                <a:spcPts val="0"/>
              </a:spcAft>
              <a:buSzPts val="1800"/>
              <a:buNone/>
              <a:defRPr/>
            </a:lvl9pPr>
          </a:lstStyle>
          <a:p/>
        </p:txBody>
      </p:sp>
      <p:sp>
        <p:nvSpPr>
          <p:cNvPr id="38" name="Google Shape;38;p2"/>
          <p:cNvSpPr txBox="1"/>
          <p:nvPr>
            <p:ph idx="10" type="dt"/>
          </p:nvPr>
        </p:nvSpPr>
        <p:spPr>
          <a:xfrm>
            <a:off x="6705600" y="4206240"/>
            <a:ext cx="960120"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39" name="Google Shape;39;p2"/>
          <p:cNvSpPr txBox="1"/>
          <p:nvPr>
            <p:ph idx="11" type="ftr"/>
          </p:nvPr>
        </p:nvSpPr>
        <p:spPr>
          <a:xfrm>
            <a:off x="5410200" y="4205288"/>
            <a:ext cx="129540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40" name="Google Shape;40;p2"/>
          <p:cNvSpPr txBox="1"/>
          <p:nvPr>
            <p:ph idx="12" type="sldNum"/>
          </p:nvPr>
        </p:nvSpPr>
        <p:spPr>
          <a:xfrm>
            <a:off x="8320088" y="1136"/>
            <a:ext cx="747712"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41" name="Shape 41"/>
        <p:cNvGrpSpPr/>
        <p:nvPr/>
      </p:nvGrpSpPr>
      <p:grpSpPr>
        <a:xfrm>
          <a:off x="0" y="0"/>
          <a:ext cx="0" cy="0"/>
          <a:chOff x="0" y="0"/>
          <a:chExt cx="0" cy="0"/>
        </a:xfrm>
      </p:grpSpPr>
      <p:sp>
        <p:nvSpPr>
          <p:cNvPr id="42" name="Google Shape;42;p3"/>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rmAutofit/>
          </a:bodyPr>
          <a:lstStyle>
            <a:lvl1pPr lvl="0" rtl="1"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
          <p:cNvSpPr txBox="1"/>
          <p:nvPr>
            <p:ph idx="1" type="body"/>
          </p:nvPr>
        </p:nvSpPr>
        <p:spPr>
          <a:xfrm>
            <a:off x="457200" y="2249424"/>
            <a:ext cx="8229600" cy="4325112"/>
          </a:xfrm>
          <a:prstGeom prst="rect">
            <a:avLst/>
          </a:prstGeom>
          <a:noFill/>
          <a:ln>
            <a:noFill/>
          </a:ln>
        </p:spPr>
        <p:txBody>
          <a:bodyPr anchorCtr="0" anchor="t" bIns="45700" lIns="91425" spcFirstLastPara="1" rIns="91425" wrap="square" tIns="45700">
            <a:normAutofit/>
          </a:bodyPr>
          <a:lstStyle>
            <a:lvl1pPr indent="-342900" lvl="0" marL="457200" rtl="1" algn="r">
              <a:lnSpc>
                <a:spcPct val="100000"/>
              </a:lnSpc>
              <a:spcBef>
                <a:spcPts val="300"/>
              </a:spcBef>
              <a:spcAft>
                <a:spcPts val="0"/>
              </a:spcAft>
              <a:buSzPts val="1800"/>
              <a:buChar char="•"/>
              <a:defRPr/>
            </a:lvl1pPr>
            <a:lvl2pPr indent="-342900" lvl="1" marL="914400" rtl="1" algn="r">
              <a:lnSpc>
                <a:spcPct val="100000"/>
              </a:lnSpc>
              <a:spcBef>
                <a:spcPts val="300"/>
              </a:spcBef>
              <a:spcAft>
                <a:spcPts val="0"/>
              </a:spcAft>
              <a:buSzPts val="1800"/>
              <a:buChar char="▫"/>
              <a:defRPr/>
            </a:lvl2pPr>
            <a:lvl3pPr indent="-342900" lvl="2" marL="1371600" rtl="1" algn="r">
              <a:lnSpc>
                <a:spcPct val="100000"/>
              </a:lnSpc>
              <a:spcBef>
                <a:spcPts val="300"/>
              </a:spcBef>
              <a:spcAft>
                <a:spcPts val="0"/>
              </a:spcAft>
              <a:buSzPts val="1800"/>
              <a:buChar char="●"/>
              <a:defRPr/>
            </a:lvl3pPr>
            <a:lvl4pPr indent="-342900" lvl="3" marL="1828800" rtl="1" algn="r">
              <a:lnSpc>
                <a:spcPct val="100000"/>
              </a:lnSpc>
              <a:spcBef>
                <a:spcPts val="300"/>
              </a:spcBef>
              <a:spcAft>
                <a:spcPts val="0"/>
              </a:spcAft>
              <a:buSzPts val="1800"/>
              <a:buChar char="●"/>
              <a:defRPr/>
            </a:lvl4pPr>
            <a:lvl5pPr indent="-342900" lvl="4" marL="2286000" rtl="1" algn="r">
              <a:lnSpc>
                <a:spcPct val="100000"/>
              </a:lnSpc>
              <a:spcBef>
                <a:spcPts val="300"/>
              </a:spcBef>
              <a:spcAft>
                <a:spcPts val="0"/>
              </a:spcAft>
              <a:buSzPts val="1800"/>
              <a:buChar char="▫"/>
              <a:defRPr/>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44" name="Google Shape;44;p3"/>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45" name="Google Shape;45;p3"/>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46" name="Google Shape;46;p3"/>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47" name="Shape 47"/>
        <p:cNvGrpSpPr/>
        <p:nvPr/>
      </p:nvGrpSpPr>
      <p:grpSpPr>
        <a:xfrm>
          <a:off x="0" y="0"/>
          <a:ext cx="0" cy="0"/>
          <a:chOff x="0" y="0"/>
          <a:chExt cx="0" cy="0"/>
        </a:xfrm>
      </p:grpSpPr>
      <p:sp>
        <p:nvSpPr>
          <p:cNvPr id="48" name="Google Shape;48;p4"/>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rmAutofit/>
          </a:bodyPr>
          <a:lstStyle>
            <a:lvl1pPr lvl="0" rtl="1"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
          <p:cNvSpPr txBox="1"/>
          <p:nvPr>
            <p:ph idx="1" type="body"/>
          </p:nvPr>
        </p:nvSpPr>
        <p:spPr>
          <a:xfrm>
            <a:off x="457200" y="2249424"/>
            <a:ext cx="4038600" cy="4525963"/>
          </a:xfrm>
          <a:prstGeom prst="rect">
            <a:avLst/>
          </a:prstGeom>
          <a:noFill/>
          <a:ln>
            <a:noFill/>
          </a:ln>
        </p:spPr>
        <p:txBody>
          <a:bodyPr anchorCtr="0" anchor="t" bIns="45700" lIns="91425" spcFirstLastPara="1" rIns="91425" wrap="square" tIns="45700">
            <a:normAutofit/>
          </a:bodyPr>
          <a:lstStyle>
            <a:lvl1pPr indent="-355600" lvl="0" marL="457200" rtl="1" algn="r">
              <a:lnSpc>
                <a:spcPct val="100000"/>
              </a:lnSpc>
              <a:spcBef>
                <a:spcPts val="300"/>
              </a:spcBef>
              <a:spcAft>
                <a:spcPts val="0"/>
              </a:spcAft>
              <a:buSzPts val="2000"/>
              <a:buChar char="•"/>
              <a:defRPr sz="2000"/>
            </a:lvl1pPr>
            <a:lvl2pPr indent="-349250" lvl="1" marL="914400" rtl="1" algn="r">
              <a:lnSpc>
                <a:spcPct val="100000"/>
              </a:lnSpc>
              <a:spcBef>
                <a:spcPts val="300"/>
              </a:spcBef>
              <a:spcAft>
                <a:spcPts val="0"/>
              </a:spcAft>
              <a:buSzPts val="1900"/>
              <a:buChar char="▫"/>
              <a:defRPr sz="1900"/>
            </a:lvl2pPr>
            <a:lvl3pPr indent="-342900" lvl="2" marL="1371600" rtl="1" algn="r">
              <a:lnSpc>
                <a:spcPct val="100000"/>
              </a:lnSpc>
              <a:spcBef>
                <a:spcPts val="300"/>
              </a:spcBef>
              <a:spcAft>
                <a:spcPts val="0"/>
              </a:spcAft>
              <a:buSzPts val="1800"/>
              <a:buChar char="●"/>
              <a:defRPr sz="1800"/>
            </a:lvl3pPr>
            <a:lvl4pPr indent="-342900" lvl="3" marL="1828800" rtl="1" algn="r">
              <a:lnSpc>
                <a:spcPct val="100000"/>
              </a:lnSpc>
              <a:spcBef>
                <a:spcPts val="300"/>
              </a:spcBef>
              <a:spcAft>
                <a:spcPts val="0"/>
              </a:spcAft>
              <a:buSzPts val="1800"/>
              <a:buChar char="●"/>
              <a:defRPr sz="1800"/>
            </a:lvl4pPr>
            <a:lvl5pPr indent="-342900" lvl="4" marL="2286000" rtl="1" algn="r">
              <a:lnSpc>
                <a:spcPct val="100000"/>
              </a:lnSpc>
              <a:spcBef>
                <a:spcPts val="300"/>
              </a:spcBef>
              <a:spcAft>
                <a:spcPts val="0"/>
              </a:spcAft>
              <a:buSzPts val="1800"/>
              <a:buChar char="▫"/>
              <a:defRPr sz="18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50" name="Google Shape;50;p4"/>
          <p:cNvSpPr txBox="1"/>
          <p:nvPr>
            <p:ph idx="2" type="body"/>
          </p:nvPr>
        </p:nvSpPr>
        <p:spPr>
          <a:xfrm>
            <a:off x="4648200" y="2249424"/>
            <a:ext cx="4038600" cy="4525963"/>
          </a:xfrm>
          <a:prstGeom prst="rect">
            <a:avLst/>
          </a:prstGeom>
          <a:noFill/>
          <a:ln>
            <a:noFill/>
          </a:ln>
        </p:spPr>
        <p:txBody>
          <a:bodyPr anchorCtr="0" anchor="t" bIns="45700" lIns="91425" spcFirstLastPara="1" rIns="91425" wrap="square" tIns="45700">
            <a:normAutofit/>
          </a:bodyPr>
          <a:lstStyle>
            <a:lvl1pPr indent="-355600" lvl="0" marL="457200" rtl="1" algn="r">
              <a:lnSpc>
                <a:spcPct val="100000"/>
              </a:lnSpc>
              <a:spcBef>
                <a:spcPts val="300"/>
              </a:spcBef>
              <a:spcAft>
                <a:spcPts val="0"/>
              </a:spcAft>
              <a:buSzPts val="2000"/>
              <a:buChar char="•"/>
              <a:defRPr sz="2000"/>
            </a:lvl1pPr>
            <a:lvl2pPr indent="-349250" lvl="1" marL="914400" rtl="1" algn="r">
              <a:lnSpc>
                <a:spcPct val="100000"/>
              </a:lnSpc>
              <a:spcBef>
                <a:spcPts val="300"/>
              </a:spcBef>
              <a:spcAft>
                <a:spcPts val="0"/>
              </a:spcAft>
              <a:buSzPts val="1900"/>
              <a:buChar char="▫"/>
              <a:defRPr sz="1900"/>
            </a:lvl2pPr>
            <a:lvl3pPr indent="-342900" lvl="2" marL="1371600" rtl="1" algn="r">
              <a:lnSpc>
                <a:spcPct val="100000"/>
              </a:lnSpc>
              <a:spcBef>
                <a:spcPts val="300"/>
              </a:spcBef>
              <a:spcAft>
                <a:spcPts val="0"/>
              </a:spcAft>
              <a:buSzPts val="1800"/>
              <a:buChar char="●"/>
              <a:defRPr sz="1800"/>
            </a:lvl3pPr>
            <a:lvl4pPr indent="-342900" lvl="3" marL="1828800" rtl="1" algn="r">
              <a:lnSpc>
                <a:spcPct val="100000"/>
              </a:lnSpc>
              <a:spcBef>
                <a:spcPts val="300"/>
              </a:spcBef>
              <a:spcAft>
                <a:spcPts val="0"/>
              </a:spcAft>
              <a:buSzPts val="1800"/>
              <a:buChar char="●"/>
              <a:defRPr sz="1800"/>
            </a:lvl4pPr>
            <a:lvl5pPr indent="-342900" lvl="4" marL="2286000" rtl="1" algn="r">
              <a:lnSpc>
                <a:spcPct val="100000"/>
              </a:lnSpc>
              <a:spcBef>
                <a:spcPts val="300"/>
              </a:spcBef>
              <a:spcAft>
                <a:spcPts val="0"/>
              </a:spcAft>
              <a:buSzPts val="1800"/>
              <a:buChar char="▫"/>
              <a:defRPr sz="18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51" name="Google Shape;51;p4"/>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52" name="Google Shape;52;p4"/>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53" name="Google Shape;53;p4"/>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spTree>
      <p:nvGrpSpPr>
        <p:cNvPr id="54" name="Shape 54"/>
        <p:cNvGrpSpPr/>
        <p:nvPr/>
      </p:nvGrpSpPr>
      <p:grpSpPr>
        <a:xfrm>
          <a:off x="0" y="0"/>
          <a:ext cx="0" cy="0"/>
          <a:chOff x="0" y="0"/>
          <a:chExt cx="0" cy="0"/>
        </a:xfrm>
      </p:grpSpPr>
      <p:sp>
        <p:nvSpPr>
          <p:cNvPr id="55" name="Google Shape;55;p5"/>
          <p:cNvSpPr txBox="1"/>
          <p:nvPr>
            <p:ph type="title"/>
          </p:nvPr>
        </p:nvSpPr>
        <p:spPr>
          <a:xfrm>
            <a:off x="722313" y="1981200"/>
            <a:ext cx="7772400" cy="1362075"/>
          </a:xfrm>
          <a:prstGeom prst="rect">
            <a:avLst/>
          </a:prstGeom>
          <a:noFill/>
          <a:ln>
            <a:noFill/>
          </a:ln>
        </p:spPr>
        <p:txBody>
          <a:bodyPr anchorCtr="0" anchor="b" bIns="45700" lIns="91425" spcFirstLastPara="1" rIns="91425" wrap="square" tIns="45700">
            <a:noAutofit/>
          </a:bodyPr>
          <a:lstStyle>
            <a:lvl1pPr lvl="0" rtl="1" algn="l">
              <a:lnSpc>
                <a:spcPct val="100000"/>
              </a:lnSpc>
              <a:spcBef>
                <a:spcPts val="0"/>
              </a:spcBef>
              <a:spcAft>
                <a:spcPts val="0"/>
              </a:spcAft>
              <a:buClr>
                <a:srgbClr val="FFFFFF"/>
              </a:buClr>
              <a:buSzPts val="4300"/>
              <a:buFont typeface="Trebuchet MS"/>
              <a:buNone/>
              <a:defRPr b="1" sz="4300" cap="none">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
          <p:cNvSpPr txBox="1"/>
          <p:nvPr>
            <p:ph idx="1" type="body"/>
          </p:nvPr>
        </p:nvSpPr>
        <p:spPr>
          <a:xfrm>
            <a:off x="722313" y="3367088"/>
            <a:ext cx="7772400" cy="1509712"/>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300"/>
              </a:spcBef>
              <a:spcAft>
                <a:spcPts val="0"/>
              </a:spcAft>
              <a:buSzPts val="2100"/>
              <a:buNone/>
              <a:defRPr b="0" sz="2100">
                <a:solidFill>
                  <a:schemeClr val="dk2"/>
                </a:solidFill>
              </a:defRPr>
            </a:lvl1pPr>
            <a:lvl2pPr indent="-228600" lvl="1" marL="914400" rtl="1" algn="r">
              <a:lnSpc>
                <a:spcPct val="100000"/>
              </a:lnSpc>
              <a:spcBef>
                <a:spcPts val="300"/>
              </a:spcBef>
              <a:spcAft>
                <a:spcPts val="0"/>
              </a:spcAft>
              <a:buSzPts val="1800"/>
              <a:buNone/>
              <a:defRPr sz="1800">
                <a:solidFill>
                  <a:srgbClr val="888888"/>
                </a:solidFill>
              </a:defRPr>
            </a:lvl2pPr>
            <a:lvl3pPr indent="-228600" lvl="2" marL="1371600" rtl="1" algn="r">
              <a:lnSpc>
                <a:spcPct val="100000"/>
              </a:lnSpc>
              <a:spcBef>
                <a:spcPts val="300"/>
              </a:spcBef>
              <a:spcAft>
                <a:spcPts val="0"/>
              </a:spcAft>
              <a:buSzPts val="1600"/>
              <a:buNone/>
              <a:defRPr sz="1600">
                <a:solidFill>
                  <a:srgbClr val="888888"/>
                </a:solidFill>
              </a:defRPr>
            </a:lvl3pPr>
            <a:lvl4pPr indent="-228600" lvl="3" marL="1828800" rtl="1" algn="r">
              <a:lnSpc>
                <a:spcPct val="100000"/>
              </a:lnSpc>
              <a:spcBef>
                <a:spcPts val="300"/>
              </a:spcBef>
              <a:spcAft>
                <a:spcPts val="0"/>
              </a:spcAft>
              <a:buSzPts val="1400"/>
              <a:buNone/>
              <a:defRPr sz="1400">
                <a:solidFill>
                  <a:srgbClr val="888888"/>
                </a:solidFill>
              </a:defRPr>
            </a:lvl4pPr>
            <a:lvl5pPr indent="-228600" lvl="4" marL="2286000" rtl="1" algn="r">
              <a:lnSpc>
                <a:spcPct val="100000"/>
              </a:lnSpc>
              <a:spcBef>
                <a:spcPts val="300"/>
              </a:spcBef>
              <a:spcAft>
                <a:spcPts val="0"/>
              </a:spcAft>
              <a:buSzPts val="1400"/>
              <a:buNone/>
              <a:defRPr sz="1400">
                <a:solidFill>
                  <a:srgbClr val="888888"/>
                </a:solidFill>
              </a:defRPr>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57" name="Google Shape;57;p5"/>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58" name="Google Shape;58;p5"/>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59" name="Google Shape;59;p5"/>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spTree>
      <p:nvGrpSpPr>
        <p:cNvPr id="60" name="Shape 60"/>
        <p:cNvGrpSpPr/>
        <p:nvPr/>
      </p:nvGrpSpPr>
      <p:grpSpPr>
        <a:xfrm>
          <a:off x="0" y="0"/>
          <a:ext cx="0" cy="0"/>
          <a:chOff x="0" y="0"/>
          <a:chExt cx="0" cy="0"/>
        </a:xfrm>
      </p:grpSpPr>
      <p:sp>
        <p:nvSpPr>
          <p:cNvPr id="61" name="Google Shape;61;p6"/>
          <p:cNvSpPr txBox="1"/>
          <p:nvPr>
            <p:ph type="title"/>
          </p:nvPr>
        </p:nvSpPr>
        <p:spPr>
          <a:xfrm>
            <a:off x="381000" y="1143000"/>
            <a:ext cx="8382000" cy="1069848"/>
          </a:xfrm>
          <a:prstGeom prst="rect">
            <a:avLst/>
          </a:prstGeom>
          <a:noFill/>
          <a:ln>
            <a:noFill/>
          </a:ln>
        </p:spPr>
        <p:txBody>
          <a:bodyPr anchorCtr="0" anchor="ctr" bIns="45700" lIns="91425" spcFirstLastPara="1" rIns="91425" wrap="square" tIns="45700">
            <a:normAutofit/>
          </a:bodyPr>
          <a:lstStyle>
            <a:lvl1pPr lvl="0" rtl="1" algn="l">
              <a:lnSpc>
                <a:spcPct val="100000"/>
              </a:lnSpc>
              <a:spcBef>
                <a:spcPts val="0"/>
              </a:spcBef>
              <a:spcAft>
                <a:spcPts val="0"/>
              </a:spcAft>
              <a:buClr>
                <a:schemeClr val="dk2"/>
              </a:buClr>
              <a:buSzPts val="4000"/>
              <a:buFont typeface="Trebuchet MS"/>
              <a:buNone/>
              <a:defRPr b="0" i="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
          <p:cNvSpPr txBox="1"/>
          <p:nvPr>
            <p:ph idx="1" type="body"/>
          </p:nvPr>
        </p:nvSpPr>
        <p:spPr>
          <a:xfrm>
            <a:off x="381000" y="2244970"/>
            <a:ext cx="4041648" cy="457200"/>
          </a:xfrm>
          <a:prstGeom prst="rect">
            <a:avLst/>
          </a:prstGeom>
          <a:solidFill>
            <a:srgbClr val="328D96">
              <a:alpha val="23529"/>
            </a:srgbClr>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rtl="1" algn="r">
              <a:lnSpc>
                <a:spcPct val="100000"/>
              </a:lnSpc>
              <a:spcBef>
                <a:spcPts val="300"/>
              </a:spcBef>
              <a:spcAft>
                <a:spcPts val="0"/>
              </a:spcAft>
              <a:buSzPts val="1900"/>
              <a:buNone/>
              <a:defRPr b="1" sz="1900">
                <a:solidFill>
                  <a:srgbClr val="414141"/>
                </a:solidFill>
              </a:defRPr>
            </a:lvl1pPr>
            <a:lvl2pPr indent="-228600" lvl="1" marL="914400" rtl="1" algn="r">
              <a:lnSpc>
                <a:spcPct val="100000"/>
              </a:lnSpc>
              <a:spcBef>
                <a:spcPts val="300"/>
              </a:spcBef>
              <a:spcAft>
                <a:spcPts val="0"/>
              </a:spcAft>
              <a:buSzPts val="2000"/>
              <a:buNone/>
              <a:defRPr b="1" sz="2000"/>
            </a:lvl2pPr>
            <a:lvl3pPr indent="-228600" lvl="2" marL="1371600" rtl="1" algn="r">
              <a:lnSpc>
                <a:spcPct val="100000"/>
              </a:lnSpc>
              <a:spcBef>
                <a:spcPts val="300"/>
              </a:spcBef>
              <a:spcAft>
                <a:spcPts val="0"/>
              </a:spcAft>
              <a:buSzPts val="1800"/>
              <a:buNone/>
              <a:defRPr b="1" sz="1800"/>
            </a:lvl3pPr>
            <a:lvl4pPr indent="-228600" lvl="3" marL="1828800" rtl="1" algn="r">
              <a:lnSpc>
                <a:spcPct val="100000"/>
              </a:lnSpc>
              <a:spcBef>
                <a:spcPts val="300"/>
              </a:spcBef>
              <a:spcAft>
                <a:spcPts val="0"/>
              </a:spcAft>
              <a:buSzPts val="1600"/>
              <a:buNone/>
              <a:defRPr b="1" sz="1600"/>
            </a:lvl4pPr>
            <a:lvl5pPr indent="-228600" lvl="4" marL="2286000" rtl="1" algn="r">
              <a:lnSpc>
                <a:spcPct val="100000"/>
              </a:lnSpc>
              <a:spcBef>
                <a:spcPts val="300"/>
              </a:spcBef>
              <a:spcAft>
                <a:spcPts val="0"/>
              </a:spcAft>
              <a:buSzPts val="1600"/>
              <a:buNone/>
              <a:defRPr b="1" sz="16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63" name="Google Shape;63;p6"/>
          <p:cNvSpPr txBox="1"/>
          <p:nvPr>
            <p:ph idx="2" type="body"/>
          </p:nvPr>
        </p:nvSpPr>
        <p:spPr>
          <a:xfrm>
            <a:off x="4721225" y="2244970"/>
            <a:ext cx="4041775" cy="457200"/>
          </a:xfrm>
          <a:prstGeom prst="rect">
            <a:avLst/>
          </a:prstGeom>
          <a:solidFill>
            <a:srgbClr val="328D96">
              <a:alpha val="23529"/>
            </a:srgbClr>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rtl="1" algn="r">
              <a:lnSpc>
                <a:spcPct val="100000"/>
              </a:lnSpc>
              <a:spcBef>
                <a:spcPts val="300"/>
              </a:spcBef>
              <a:spcAft>
                <a:spcPts val="0"/>
              </a:spcAft>
              <a:buSzPts val="1900"/>
              <a:buNone/>
              <a:defRPr b="1" sz="1900">
                <a:solidFill>
                  <a:srgbClr val="414141"/>
                </a:solidFill>
              </a:defRPr>
            </a:lvl1pPr>
            <a:lvl2pPr indent="-228600" lvl="1" marL="914400" rtl="1" algn="r">
              <a:lnSpc>
                <a:spcPct val="100000"/>
              </a:lnSpc>
              <a:spcBef>
                <a:spcPts val="300"/>
              </a:spcBef>
              <a:spcAft>
                <a:spcPts val="0"/>
              </a:spcAft>
              <a:buSzPts val="2000"/>
              <a:buNone/>
              <a:defRPr b="1" sz="2000"/>
            </a:lvl2pPr>
            <a:lvl3pPr indent="-228600" lvl="2" marL="1371600" rtl="1" algn="r">
              <a:lnSpc>
                <a:spcPct val="100000"/>
              </a:lnSpc>
              <a:spcBef>
                <a:spcPts val="300"/>
              </a:spcBef>
              <a:spcAft>
                <a:spcPts val="0"/>
              </a:spcAft>
              <a:buSzPts val="1800"/>
              <a:buNone/>
              <a:defRPr b="1" sz="1800"/>
            </a:lvl3pPr>
            <a:lvl4pPr indent="-228600" lvl="3" marL="1828800" rtl="1" algn="r">
              <a:lnSpc>
                <a:spcPct val="100000"/>
              </a:lnSpc>
              <a:spcBef>
                <a:spcPts val="300"/>
              </a:spcBef>
              <a:spcAft>
                <a:spcPts val="0"/>
              </a:spcAft>
              <a:buSzPts val="1600"/>
              <a:buNone/>
              <a:defRPr b="1" sz="1600"/>
            </a:lvl4pPr>
            <a:lvl5pPr indent="-228600" lvl="4" marL="2286000" rtl="1" algn="r">
              <a:lnSpc>
                <a:spcPct val="100000"/>
              </a:lnSpc>
              <a:spcBef>
                <a:spcPts val="300"/>
              </a:spcBef>
              <a:spcAft>
                <a:spcPts val="0"/>
              </a:spcAft>
              <a:buSzPts val="1600"/>
              <a:buNone/>
              <a:defRPr b="1" sz="16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64" name="Google Shape;64;p6"/>
          <p:cNvSpPr txBox="1"/>
          <p:nvPr>
            <p:ph idx="3" type="body"/>
          </p:nvPr>
        </p:nvSpPr>
        <p:spPr>
          <a:xfrm>
            <a:off x="381000" y="2708519"/>
            <a:ext cx="4041648" cy="3886200"/>
          </a:xfrm>
          <a:prstGeom prst="rect">
            <a:avLst/>
          </a:prstGeom>
          <a:noFill/>
          <a:ln>
            <a:noFill/>
          </a:ln>
        </p:spPr>
        <p:txBody>
          <a:bodyPr anchorCtr="0" anchor="t" bIns="45700" lIns="91425" spcFirstLastPara="1" rIns="91425" wrap="square" tIns="45700">
            <a:normAutofit/>
          </a:bodyPr>
          <a:lstStyle>
            <a:lvl1pPr indent="-355600" lvl="0" marL="457200" rtl="1" algn="r">
              <a:lnSpc>
                <a:spcPct val="100000"/>
              </a:lnSpc>
              <a:spcBef>
                <a:spcPts val="300"/>
              </a:spcBef>
              <a:spcAft>
                <a:spcPts val="0"/>
              </a:spcAft>
              <a:buSzPts val="2000"/>
              <a:buChar char="•"/>
              <a:defRPr sz="2000"/>
            </a:lvl1pPr>
            <a:lvl2pPr indent="-355600" lvl="1" marL="914400" rtl="1" algn="r">
              <a:lnSpc>
                <a:spcPct val="100000"/>
              </a:lnSpc>
              <a:spcBef>
                <a:spcPts val="300"/>
              </a:spcBef>
              <a:spcAft>
                <a:spcPts val="0"/>
              </a:spcAft>
              <a:buSzPts val="2000"/>
              <a:buChar char="▫"/>
              <a:defRPr sz="2000"/>
            </a:lvl2pPr>
            <a:lvl3pPr indent="-342900" lvl="2" marL="1371600" rtl="1" algn="r">
              <a:lnSpc>
                <a:spcPct val="100000"/>
              </a:lnSpc>
              <a:spcBef>
                <a:spcPts val="300"/>
              </a:spcBef>
              <a:spcAft>
                <a:spcPts val="0"/>
              </a:spcAft>
              <a:buSzPts val="1800"/>
              <a:buChar char="●"/>
              <a:defRPr sz="1800"/>
            </a:lvl3pPr>
            <a:lvl4pPr indent="-330200" lvl="3" marL="1828800" rtl="1" algn="r">
              <a:lnSpc>
                <a:spcPct val="100000"/>
              </a:lnSpc>
              <a:spcBef>
                <a:spcPts val="300"/>
              </a:spcBef>
              <a:spcAft>
                <a:spcPts val="0"/>
              </a:spcAft>
              <a:buSzPts val="1600"/>
              <a:buChar char="●"/>
              <a:defRPr sz="1600"/>
            </a:lvl4pPr>
            <a:lvl5pPr indent="-330200" lvl="4" marL="2286000" rtl="1" algn="r">
              <a:lnSpc>
                <a:spcPct val="100000"/>
              </a:lnSpc>
              <a:spcBef>
                <a:spcPts val="300"/>
              </a:spcBef>
              <a:spcAft>
                <a:spcPts val="0"/>
              </a:spcAft>
              <a:buSzPts val="1600"/>
              <a:buChar char="▫"/>
              <a:defRPr sz="16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65" name="Google Shape;65;p6"/>
          <p:cNvSpPr txBox="1"/>
          <p:nvPr>
            <p:ph idx="4" type="body"/>
          </p:nvPr>
        </p:nvSpPr>
        <p:spPr>
          <a:xfrm>
            <a:off x="4718304" y="2708519"/>
            <a:ext cx="4041775" cy="3886200"/>
          </a:xfrm>
          <a:prstGeom prst="rect">
            <a:avLst/>
          </a:prstGeom>
          <a:noFill/>
          <a:ln>
            <a:noFill/>
          </a:ln>
        </p:spPr>
        <p:txBody>
          <a:bodyPr anchorCtr="0" anchor="t" bIns="45700" lIns="91425" spcFirstLastPara="1" rIns="91425" wrap="square" tIns="45700">
            <a:normAutofit/>
          </a:bodyPr>
          <a:lstStyle>
            <a:lvl1pPr indent="-355600" lvl="0" marL="457200" rtl="1" algn="r">
              <a:lnSpc>
                <a:spcPct val="100000"/>
              </a:lnSpc>
              <a:spcBef>
                <a:spcPts val="300"/>
              </a:spcBef>
              <a:spcAft>
                <a:spcPts val="0"/>
              </a:spcAft>
              <a:buSzPts val="2000"/>
              <a:buChar char="•"/>
              <a:defRPr sz="2000"/>
            </a:lvl1pPr>
            <a:lvl2pPr indent="-355600" lvl="1" marL="914400" rtl="1" algn="r">
              <a:lnSpc>
                <a:spcPct val="100000"/>
              </a:lnSpc>
              <a:spcBef>
                <a:spcPts val="300"/>
              </a:spcBef>
              <a:spcAft>
                <a:spcPts val="0"/>
              </a:spcAft>
              <a:buSzPts val="2000"/>
              <a:buChar char="▫"/>
              <a:defRPr sz="2000"/>
            </a:lvl2pPr>
            <a:lvl3pPr indent="-342900" lvl="2" marL="1371600" rtl="1" algn="r">
              <a:lnSpc>
                <a:spcPct val="100000"/>
              </a:lnSpc>
              <a:spcBef>
                <a:spcPts val="300"/>
              </a:spcBef>
              <a:spcAft>
                <a:spcPts val="0"/>
              </a:spcAft>
              <a:buSzPts val="1800"/>
              <a:buChar char="●"/>
              <a:defRPr sz="1800"/>
            </a:lvl3pPr>
            <a:lvl4pPr indent="-330200" lvl="3" marL="1828800" rtl="1" algn="r">
              <a:lnSpc>
                <a:spcPct val="100000"/>
              </a:lnSpc>
              <a:spcBef>
                <a:spcPts val="300"/>
              </a:spcBef>
              <a:spcAft>
                <a:spcPts val="0"/>
              </a:spcAft>
              <a:buSzPts val="1600"/>
              <a:buChar char="●"/>
              <a:defRPr sz="1600"/>
            </a:lvl4pPr>
            <a:lvl5pPr indent="-330200" lvl="4" marL="2286000" rtl="1" algn="r">
              <a:lnSpc>
                <a:spcPct val="100000"/>
              </a:lnSpc>
              <a:spcBef>
                <a:spcPts val="300"/>
              </a:spcBef>
              <a:spcAft>
                <a:spcPts val="0"/>
              </a:spcAft>
              <a:buSzPts val="1600"/>
              <a:buChar char="▫"/>
              <a:defRPr sz="16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66" name="Google Shape;66;p6"/>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67" name="Google Shape;67;p6"/>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
        <p:nvSpPr>
          <p:cNvPr id="68" name="Google Shape;68;p6"/>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69" name="Shape 69"/>
        <p:cNvGrpSpPr/>
        <p:nvPr/>
      </p:nvGrpSpPr>
      <p:grpSpPr>
        <a:xfrm>
          <a:off x="0" y="0"/>
          <a:ext cx="0" cy="0"/>
          <a:chOff x="0" y="0"/>
          <a:chExt cx="0" cy="0"/>
        </a:xfrm>
      </p:grpSpPr>
      <p:sp>
        <p:nvSpPr>
          <p:cNvPr id="70" name="Google Shape;70;p7"/>
          <p:cNvSpPr txBox="1"/>
          <p:nvPr>
            <p:ph type="title"/>
          </p:nvPr>
        </p:nvSpPr>
        <p:spPr>
          <a:xfrm>
            <a:off x="457200" y="1143000"/>
            <a:ext cx="8229600" cy="1069848"/>
          </a:xfrm>
          <a:prstGeom prst="rect">
            <a:avLst/>
          </a:prstGeom>
          <a:noFill/>
          <a:ln>
            <a:noFill/>
          </a:ln>
        </p:spPr>
        <p:txBody>
          <a:bodyPr anchorCtr="0" anchor="ctr" bIns="45700" lIns="91425" spcFirstLastPara="1" rIns="91425" wrap="square" tIns="45700">
            <a:normAutofit/>
          </a:bodyPr>
          <a:lstStyle>
            <a:lvl1pPr lvl="0" rtl="1" algn="l">
              <a:lnSpc>
                <a:spcPct val="100000"/>
              </a:lnSpc>
              <a:spcBef>
                <a:spcPts val="0"/>
              </a:spcBef>
              <a:spcAft>
                <a:spcPts val="0"/>
              </a:spcAft>
              <a:buClr>
                <a:schemeClr val="dk2"/>
              </a:buClr>
              <a:buSzPts val="4000"/>
              <a:buFont typeface="Trebuchet MS"/>
              <a:buNone/>
              <a:defRPr sz="4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
          <p:cNvSpPr txBox="1"/>
          <p:nvPr>
            <p:ph idx="10" type="dt"/>
          </p:nvPr>
        </p:nvSpPr>
        <p:spPr>
          <a:xfrm>
            <a:off x="6583680"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72" name="Google Shape;72;p7"/>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73" name="Google Shape;73;p7"/>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8"/>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76" name="Google Shape;76;p8"/>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77" name="Google Shape;77;p8"/>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78" name="Shape 78"/>
        <p:cNvGrpSpPr/>
        <p:nvPr/>
      </p:nvGrpSpPr>
      <p:grpSpPr>
        <a:xfrm>
          <a:off x="0" y="0"/>
          <a:ext cx="0" cy="0"/>
          <a:chOff x="0" y="0"/>
          <a:chExt cx="0" cy="0"/>
        </a:xfrm>
      </p:grpSpPr>
      <p:sp>
        <p:nvSpPr>
          <p:cNvPr id="79" name="Google Shape;79;p9"/>
          <p:cNvSpPr txBox="1"/>
          <p:nvPr>
            <p:ph type="title"/>
          </p:nvPr>
        </p:nvSpPr>
        <p:spPr>
          <a:xfrm>
            <a:off x="5353496" y="1101970"/>
            <a:ext cx="3383280" cy="877824"/>
          </a:xfrm>
          <a:prstGeom prst="rect">
            <a:avLst/>
          </a:prstGeom>
          <a:noFill/>
          <a:ln>
            <a:noFill/>
          </a:ln>
        </p:spPr>
        <p:txBody>
          <a:bodyPr anchorCtr="0" anchor="b" bIns="45700" lIns="91425" spcFirstLastPara="1" rIns="91425" wrap="square" tIns="45700">
            <a:normAutofit/>
          </a:bodyPr>
          <a:lstStyle>
            <a:lvl1pPr lvl="0" rtl="1" algn="l">
              <a:lnSpc>
                <a:spcPct val="100000"/>
              </a:lnSpc>
              <a:spcBef>
                <a:spcPts val="0"/>
              </a:spcBef>
              <a:spcAft>
                <a:spcPts val="0"/>
              </a:spcAft>
              <a:buClr>
                <a:schemeClr val="dk2"/>
              </a:buClr>
              <a:buSzPts val="1800"/>
              <a:buFont typeface="Trebuchet MS"/>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9"/>
          <p:cNvSpPr txBox="1"/>
          <p:nvPr>
            <p:ph idx="1" type="body"/>
          </p:nvPr>
        </p:nvSpPr>
        <p:spPr>
          <a:xfrm>
            <a:off x="5353496" y="2010727"/>
            <a:ext cx="3383280" cy="4617720"/>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300"/>
              </a:spcBef>
              <a:spcAft>
                <a:spcPts val="0"/>
              </a:spcAft>
              <a:buSzPts val="1400"/>
              <a:buNone/>
              <a:defRPr sz="1400"/>
            </a:lvl1pPr>
            <a:lvl2pPr indent="-228600" lvl="1" marL="914400" rtl="1" algn="r">
              <a:lnSpc>
                <a:spcPct val="100000"/>
              </a:lnSpc>
              <a:spcBef>
                <a:spcPts val="300"/>
              </a:spcBef>
              <a:spcAft>
                <a:spcPts val="0"/>
              </a:spcAft>
              <a:buSzPts val="1200"/>
              <a:buNone/>
              <a:defRPr sz="1200"/>
            </a:lvl2pPr>
            <a:lvl3pPr indent="-228600" lvl="2" marL="1371600" rtl="1" algn="r">
              <a:lnSpc>
                <a:spcPct val="100000"/>
              </a:lnSpc>
              <a:spcBef>
                <a:spcPts val="300"/>
              </a:spcBef>
              <a:spcAft>
                <a:spcPts val="0"/>
              </a:spcAft>
              <a:buSzPts val="1000"/>
              <a:buNone/>
              <a:defRPr sz="1000"/>
            </a:lvl3pPr>
            <a:lvl4pPr indent="-228600" lvl="3" marL="1828800" rtl="1" algn="r">
              <a:lnSpc>
                <a:spcPct val="100000"/>
              </a:lnSpc>
              <a:spcBef>
                <a:spcPts val="300"/>
              </a:spcBef>
              <a:spcAft>
                <a:spcPts val="0"/>
              </a:spcAft>
              <a:buSzPts val="900"/>
              <a:buNone/>
              <a:defRPr sz="900"/>
            </a:lvl4pPr>
            <a:lvl5pPr indent="-228600" lvl="4" marL="2286000" rtl="1" algn="r">
              <a:lnSpc>
                <a:spcPct val="100000"/>
              </a:lnSpc>
              <a:spcBef>
                <a:spcPts val="300"/>
              </a:spcBef>
              <a:spcAft>
                <a:spcPts val="0"/>
              </a:spcAft>
              <a:buSzPts val="900"/>
              <a:buNone/>
              <a:defRPr sz="9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81" name="Google Shape;81;p9"/>
          <p:cNvSpPr txBox="1"/>
          <p:nvPr>
            <p:ph idx="2" type="body"/>
          </p:nvPr>
        </p:nvSpPr>
        <p:spPr>
          <a:xfrm>
            <a:off x="152400" y="776287"/>
            <a:ext cx="5102352" cy="5852160"/>
          </a:xfrm>
          <a:prstGeom prst="rect">
            <a:avLst/>
          </a:prstGeom>
          <a:noFill/>
          <a:ln>
            <a:noFill/>
          </a:ln>
        </p:spPr>
        <p:txBody>
          <a:bodyPr anchorCtr="0" anchor="t" bIns="45700" lIns="91425" spcFirstLastPara="1" rIns="91425" wrap="square" tIns="45700">
            <a:normAutofit/>
          </a:bodyPr>
          <a:lstStyle>
            <a:lvl1pPr indent="-431800" lvl="0" marL="457200" rtl="1" algn="r">
              <a:lnSpc>
                <a:spcPct val="100000"/>
              </a:lnSpc>
              <a:spcBef>
                <a:spcPts val="300"/>
              </a:spcBef>
              <a:spcAft>
                <a:spcPts val="0"/>
              </a:spcAft>
              <a:buSzPts val="3200"/>
              <a:buChar char="•"/>
              <a:defRPr sz="3200"/>
            </a:lvl1pPr>
            <a:lvl2pPr indent="-406400" lvl="1" marL="914400" rtl="1" algn="r">
              <a:lnSpc>
                <a:spcPct val="100000"/>
              </a:lnSpc>
              <a:spcBef>
                <a:spcPts val="300"/>
              </a:spcBef>
              <a:spcAft>
                <a:spcPts val="0"/>
              </a:spcAft>
              <a:buSzPts val="2800"/>
              <a:buChar char="▫"/>
              <a:defRPr sz="2800"/>
            </a:lvl2pPr>
            <a:lvl3pPr indent="-381000" lvl="2" marL="1371600" rtl="1" algn="r">
              <a:lnSpc>
                <a:spcPct val="100000"/>
              </a:lnSpc>
              <a:spcBef>
                <a:spcPts val="300"/>
              </a:spcBef>
              <a:spcAft>
                <a:spcPts val="0"/>
              </a:spcAft>
              <a:buSzPts val="2400"/>
              <a:buChar char="●"/>
              <a:defRPr sz="2400"/>
            </a:lvl3pPr>
            <a:lvl4pPr indent="-355600" lvl="3" marL="1828800" rtl="1" algn="r">
              <a:lnSpc>
                <a:spcPct val="100000"/>
              </a:lnSpc>
              <a:spcBef>
                <a:spcPts val="300"/>
              </a:spcBef>
              <a:spcAft>
                <a:spcPts val="0"/>
              </a:spcAft>
              <a:buSzPts val="2000"/>
              <a:buChar char="●"/>
              <a:defRPr sz="2000"/>
            </a:lvl4pPr>
            <a:lvl5pPr indent="-355600" lvl="4" marL="2286000" rtl="1" algn="r">
              <a:lnSpc>
                <a:spcPct val="100000"/>
              </a:lnSpc>
              <a:spcBef>
                <a:spcPts val="300"/>
              </a:spcBef>
              <a:spcAft>
                <a:spcPts val="0"/>
              </a:spcAft>
              <a:buSzPts val="2000"/>
              <a:buChar char="▫"/>
              <a:defRPr sz="20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82" name="Google Shape;82;p9"/>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83" name="Google Shape;83;p9"/>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84" name="Google Shape;84;p9"/>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rot="-5400000">
            <a:off x="3393017" y="3156577"/>
            <a:ext cx="4681637" cy="586803"/>
          </a:xfrm>
          <a:prstGeom prst="rect">
            <a:avLst/>
          </a:prstGeom>
          <a:noFill/>
          <a:ln>
            <a:noFill/>
          </a:ln>
        </p:spPr>
        <p:txBody>
          <a:bodyPr anchorCtr="0" anchor="t" bIns="45700" lIns="45700" spcFirstLastPara="1" rIns="45700" wrap="square" tIns="0">
            <a:normAutofit/>
          </a:bodyPr>
          <a:lstStyle>
            <a:lvl1pPr lvl="0" rtl="1" algn="ctr">
              <a:lnSpc>
                <a:spcPct val="100000"/>
              </a:lnSpc>
              <a:spcBef>
                <a:spcPts val="0"/>
              </a:spcBef>
              <a:spcAft>
                <a:spcPts val="0"/>
              </a:spcAft>
              <a:buClr>
                <a:schemeClr val="dk2"/>
              </a:buClr>
              <a:buSzPts val="2000"/>
              <a:buFont typeface="Trebuchet MS"/>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0"/>
          <p:cNvSpPr/>
          <p:nvPr>
            <p:ph idx="2" type="pic"/>
          </p:nvPr>
        </p:nvSpPr>
        <p:spPr>
          <a:xfrm>
            <a:off x="403671" y="1143000"/>
            <a:ext cx="4572000" cy="4572000"/>
          </a:xfrm>
          <a:prstGeom prst="rect">
            <a:avLst/>
          </a:prstGeom>
          <a:solidFill>
            <a:srgbClr val="EAEAEA"/>
          </a:solidFill>
          <a:ln cap="flat" cmpd="sng" w="50800">
            <a:solidFill>
              <a:srgbClr val="FFFFFF"/>
            </a:solidFill>
            <a:prstDash val="solid"/>
            <a:miter lim="800000"/>
            <a:headEnd len="sm" w="sm" type="none"/>
            <a:tailEnd len="sm" w="sm" type="none"/>
          </a:ln>
          <a:effectLst>
            <a:outerShdw blurRad="57150" rotWithShape="0" algn="tl" dir="4800000" dist="31750">
              <a:srgbClr val="000000">
                <a:alpha val="23529"/>
              </a:srgbClr>
            </a:outerShdw>
          </a:effectLst>
        </p:spPr>
      </p:sp>
      <p:sp>
        <p:nvSpPr>
          <p:cNvPr id="88" name="Google Shape;88;p10"/>
          <p:cNvSpPr txBox="1"/>
          <p:nvPr>
            <p:ph idx="1" type="body"/>
          </p:nvPr>
        </p:nvSpPr>
        <p:spPr>
          <a:xfrm>
            <a:off x="6088443" y="3274308"/>
            <a:ext cx="2590800" cy="2516489"/>
          </a:xfrm>
          <a:prstGeom prst="rect">
            <a:avLst/>
          </a:prstGeom>
          <a:noFill/>
          <a:ln>
            <a:noFill/>
          </a:ln>
        </p:spPr>
        <p:txBody>
          <a:bodyPr anchorCtr="0" anchor="t" bIns="45700" lIns="0" spcFirstLastPara="1" rIns="45700" wrap="square" tIns="0">
            <a:normAutofit/>
          </a:bodyPr>
          <a:lstStyle>
            <a:lvl1pPr indent="-228600" lvl="0" marL="457200" rtl="1" algn="r">
              <a:lnSpc>
                <a:spcPct val="100000"/>
              </a:lnSpc>
              <a:spcBef>
                <a:spcPts val="0"/>
              </a:spcBef>
              <a:spcAft>
                <a:spcPts val="0"/>
              </a:spcAft>
              <a:buSzPts val="1300"/>
              <a:buFont typeface="Georgia"/>
              <a:buNone/>
              <a:defRPr sz="1300"/>
            </a:lvl1pPr>
            <a:lvl2pPr indent="-228600" lvl="1" marL="914400" rtl="1" algn="r">
              <a:lnSpc>
                <a:spcPct val="100000"/>
              </a:lnSpc>
              <a:spcBef>
                <a:spcPts val="300"/>
              </a:spcBef>
              <a:spcAft>
                <a:spcPts val="0"/>
              </a:spcAft>
              <a:buSzPts val="1200"/>
              <a:buFont typeface="Georgia"/>
              <a:buNone/>
              <a:defRPr sz="1200"/>
            </a:lvl2pPr>
            <a:lvl3pPr indent="-228600" lvl="2" marL="1371600" rtl="1" algn="r">
              <a:lnSpc>
                <a:spcPct val="100000"/>
              </a:lnSpc>
              <a:spcBef>
                <a:spcPts val="300"/>
              </a:spcBef>
              <a:spcAft>
                <a:spcPts val="0"/>
              </a:spcAft>
              <a:buSzPts val="1000"/>
              <a:buFont typeface="Georgia"/>
              <a:buNone/>
              <a:defRPr sz="1000"/>
            </a:lvl3pPr>
            <a:lvl4pPr indent="-228600" lvl="3" marL="1828800" rtl="1" algn="r">
              <a:lnSpc>
                <a:spcPct val="100000"/>
              </a:lnSpc>
              <a:spcBef>
                <a:spcPts val="300"/>
              </a:spcBef>
              <a:spcAft>
                <a:spcPts val="0"/>
              </a:spcAft>
              <a:buSzPts val="900"/>
              <a:buFont typeface="Georgia"/>
              <a:buNone/>
              <a:defRPr sz="900"/>
            </a:lvl4pPr>
            <a:lvl5pPr indent="-228600" lvl="4" marL="2286000" rtl="1" algn="r">
              <a:lnSpc>
                <a:spcPct val="100000"/>
              </a:lnSpc>
              <a:spcBef>
                <a:spcPts val="300"/>
              </a:spcBef>
              <a:spcAft>
                <a:spcPts val="0"/>
              </a:spcAft>
              <a:buSzPts val="900"/>
              <a:buFont typeface="Georgia"/>
              <a:buNone/>
              <a:defRPr sz="900"/>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89" name="Google Shape;89;p10"/>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90" name="Google Shape;90;p10"/>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91" name="Google Shape;91;p10"/>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92" name="Shape 92"/>
        <p:cNvGrpSpPr/>
        <p:nvPr/>
      </p:nvGrpSpPr>
      <p:grpSpPr>
        <a:xfrm>
          <a:off x="0" y="0"/>
          <a:ext cx="0" cy="0"/>
          <a:chOff x="0" y="0"/>
          <a:chExt cx="0" cy="0"/>
        </a:xfrm>
      </p:grpSpPr>
      <p:sp>
        <p:nvSpPr>
          <p:cNvPr id="93" name="Google Shape;93;p11"/>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rmAutofit/>
          </a:bodyPr>
          <a:lstStyle>
            <a:lvl1pPr lvl="0" rtl="1"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
          <p:cNvSpPr txBox="1"/>
          <p:nvPr>
            <p:ph idx="1" type="body"/>
          </p:nvPr>
        </p:nvSpPr>
        <p:spPr>
          <a:xfrm rot="5400000">
            <a:off x="2409444" y="297180"/>
            <a:ext cx="4325112" cy="8229600"/>
          </a:xfrm>
          <a:prstGeom prst="rect">
            <a:avLst/>
          </a:prstGeom>
          <a:noFill/>
          <a:ln>
            <a:noFill/>
          </a:ln>
        </p:spPr>
        <p:txBody>
          <a:bodyPr anchorCtr="0" anchor="t" bIns="45700" lIns="91425" spcFirstLastPara="1" rIns="91425" wrap="square" tIns="45700">
            <a:normAutofit/>
          </a:bodyPr>
          <a:lstStyle>
            <a:lvl1pPr indent="-342900" lvl="0" marL="457200" rtl="1" algn="r">
              <a:lnSpc>
                <a:spcPct val="100000"/>
              </a:lnSpc>
              <a:spcBef>
                <a:spcPts val="300"/>
              </a:spcBef>
              <a:spcAft>
                <a:spcPts val="0"/>
              </a:spcAft>
              <a:buSzPts val="1800"/>
              <a:buChar char="•"/>
              <a:defRPr/>
            </a:lvl1pPr>
            <a:lvl2pPr indent="-342900" lvl="1" marL="914400" rtl="1" algn="r">
              <a:lnSpc>
                <a:spcPct val="100000"/>
              </a:lnSpc>
              <a:spcBef>
                <a:spcPts val="300"/>
              </a:spcBef>
              <a:spcAft>
                <a:spcPts val="0"/>
              </a:spcAft>
              <a:buSzPts val="1800"/>
              <a:buChar char="▫"/>
              <a:defRPr/>
            </a:lvl2pPr>
            <a:lvl3pPr indent="-342900" lvl="2" marL="1371600" rtl="1" algn="r">
              <a:lnSpc>
                <a:spcPct val="100000"/>
              </a:lnSpc>
              <a:spcBef>
                <a:spcPts val="300"/>
              </a:spcBef>
              <a:spcAft>
                <a:spcPts val="0"/>
              </a:spcAft>
              <a:buSzPts val="1800"/>
              <a:buChar char="●"/>
              <a:defRPr/>
            </a:lvl3pPr>
            <a:lvl4pPr indent="-342900" lvl="3" marL="1828800" rtl="1" algn="r">
              <a:lnSpc>
                <a:spcPct val="100000"/>
              </a:lnSpc>
              <a:spcBef>
                <a:spcPts val="300"/>
              </a:spcBef>
              <a:spcAft>
                <a:spcPts val="0"/>
              </a:spcAft>
              <a:buSzPts val="1800"/>
              <a:buChar char="●"/>
              <a:defRPr/>
            </a:lvl4pPr>
            <a:lvl5pPr indent="-342900" lvl="4" marL="2286000" rtl="1" algn="r">
              <a:lnSpc>
                <a:spcPct val="100000"/>
              </a:lnSpc>
              <a:spcBef>
                <a:spcPts val="300"/>
              </a:spcBef>
              <a:spcAft>
                <a:spcPts val="0"/>
              </a:spcAft>
              <a:buSzPts val="1800"/>
              <a:buChar char="▫"/>
              <a:defRPr/>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95" name="Google Shape;95;p11"/>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96" name="Google Shape;96;p11"/>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97" name="Google Shape;97;p11"/>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98" name="Shape 98"/>
        <p:cNvGrpSpPr/>
        <p:nvPr/>
      </p:nvGrpSpPr>
      <p:grpSpPr>
        <a:xfrm>
          <a:off x="0" y="0"/>
          <a:ext cx="0" cy="0"/>
          <a:chOff x="0" y="0"/>
          <a:chExt cx="0" cy="0"/>
        </a:xfrm>
      </p:grpSpPr>
      <p:sp>
        <p:nvSpPr>
          <p:cNvPr id="99" name="Google Shape;99;p12"/>
          <p:cNvSpPr txBox="1"/>
          <p:nvPr>
            <p:ph type="title"/>
          </p:nvPr>
        </p:nvSpPr>
        <p:spPr>
          <a:xfrm rot="5400000">
            <a:off x="4991100" y="2933700"/>
            <a:ext cx="5486400" cy="1905000"/>
          </a:xfrm>
          <a:prstGeom prst="rect">
            <a:avLst/>
          </a:prstGeom>
          <a:noFill/>
          <a:ln>
            <a:noFill/>
          </a:ln>
        </p:spPr>
        <p:txBody>
          <a:bodyPr anchorCtr="0" anchor="ctr" bIns="45700" lIns="91425" spcFirstLastPara="1" rIns="91425" wrap="square" tIns="45700">
            <a:normAutofit/>
          </a:bodyPr>
          <a:lstStyle>
            <a:lvl1pPr lvl="0" rtl="1"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 type="body"/>
          </p:nvPr>
        </p:nvSpPr>
        <p:spPr>
          <a:xfrm rot="5400000">
            <a:off x="838200" y="762000"/>
            <a:ext cx="5486400" cy="6248400"/>
          </a:xfrm>
          <a:prstGeom prst="rect">
            <a:avLst/>
          </a:prstGeom>
          <a:noFill/>
          <a:ln>
            <a:noFill/>
          </a:ln>
        </p:spPr>
        <p:txBody>
          <a:bodyPr anchorCtr="0" anchor="t" bIns="45700" lIns="91425" spcFirstLastPara="1" rIns="91425" wrap="square" tIns="45700">
            <a:normAutofit/>
          </a:bodyPr>
          <a:lstStyle>
            <a:lvl1pPr indent="-342900" lvl="0" marL="457200" rtl="1" algn="r">
              <a:lnSpc>
                <a:spcPct val="100000"/>
              </a:lnSpc>
              <a:spcBef>
                <a:spcPts val="300"/>
              </a:spcBef>
              <a:spcAft>
                <a:spcPts val="0"/>
              </a:spcAft>
              <a:buSzPts val="1800"/>
              <a:buChar char="•"/>
              <a:defRPr/>
            </a:lvl1pPr>
            <a:lvl2pPr indent="-342900" lvl="1" marL="914400" rtl="1" algn="r">
              <a:lnSpc>
                <a:spcPct val="100000"/>
              </a:lnSpc>
              <a:spcBef>
                <a:spcPts val="300"/>
              </a:spcBef>
              <a:spcAft>
                <a:spcPts val="0"/>
              </a:spcAft>
              <a:buSzPts val="1800"/>
              <a:buChar char="▫"/>
              <a:defRPr/>
            </a:lvl2pPr>
            <a:lvl3pPr indent="-342900" lvl="2" marL="1371600" rtl="1" algn="r">
              <a:lnSpc>
                <a:spcPct val="100000"/>
              </a:lnSpc>
              <a:spcBef>
                <a:spcPts val="300"/>
              </a:spcBef>
              <a:spcAft>
                <a:spcPts val="0"/>
              </a:spcAft>
              <a:buSzPts val="1800"/>
              <a:buChar char="●"/>
              <a:defRPr/>
            </a:lvl3pPr>
            <a:lvl4pPr indent="-342900" lvl="3" marL="1828800" rtl="1" algn="r">
              <a:lnSpc>
                <a:spcPct val="100000"/>
              </a:lnSpc>
              <a:spcBef>
                <a:spcPts val="300"/>
              </a:spcBef>
              <a:spcAft>
                <a:spcPts val="0"/>
              </a:spcAft>
              <a:buSzPts val="1800"/>
              <a:buChar char="●"/>
              <a:defRPr/>
            </a:lvl4pPr>
            <a:lvl5pPr indent="-342900" lvl="4" marL="2286000" rtl="1" algn="r">
              <a:lnSpc>
                <a:spcPct val="100000"/>
              </a:lnSpc>
              <a:spcBef>
                <a:spcPts val="300"/>
              </a:spcBef>
              <a:spcAft>
                <a:spcPts val="0"/>
              </a:spcAft>
              <a:buSzPts val="1800"/>
              <a:buChar char="▫"/>
              <a:defRPr/>
            </a:lvl5pPr>
            <a:lvl6pPr indent="-342900" lvl="5" marL="2743200" rtl="1" algn="r">
              <a:lnSpc>
                <a:spcPct val="100000"/>
              </a:lnSpc>
              <a:spcBef>
                <a:spcPts val="300"/>
              </a:spcBef>
              <a:spcAft>
                <a:spcPts val="0"/>
              </a:spcAft>
              <a:buSzPts val="1800"/>
              <a:buChar char="▫"/>
              <a:defRPr/>
            </a:lvl6pPr>
            <a:lvl7pPr indent="-342900" lvl="6" marL="3200400" rtl="1" algn="r">
              <a:lnSpc>
                <a:spcPct val="100000"/>
              </a:lnSpc>
              <a:spcBef>
                <a:spcPts val="300"/>
              </a:spcBef>
              <a:spcAft>
                <a:spcPts val="0"/>
              </a:spcAft>
              <a:buSzPts val="1800"/>
              <a:buChar char="▫"/>
              <a:defRPr/>
            </a:lvl7pPr>
            <a:lvl8pPr indent="-342900" lvl="7" marL="3657600" rtl="1" algn="r">
              <a:lnSpc>
                <a:spcPct val="100000"/>
              </a:lnSpc>
              <a:spcBef>
                <a:spcPts val="300"/>
              </a:spcBef>
              <a:spcAft>
                <a:spcPts val="0"/>
              </a:spcAft>
              <a:buSzPts val="1800"/>
              <a:buChar char="◦"/>
              <a:defRPr/>
            </a:lvl8pPr>
            <a:lvl9pPr indent="-342900" lvl="8" marL="4114800" rtl="1" algn="r">
              <a:lnSpc>
                <a:spcPct val="100000"/>
              </a:lnSpc>
              <a:spcBef>
                <a:spcPts val="300"/>
              </a:spcBef>
              <a:spcAft>
                <a:spcPts val="0"/>
              </a:spcAft>
              <a:buSzPts val="1800"/>
              <a:buChar char="◦"/>
              <a:defRPr/>
            </a:lvl9pPr>
          </a:lstStyle>
          <a:p/>
        </p:txBody>
      </p:sp>
      <p:sp>
        <p:nvSpPr>
          <p:cNvPr id="101" name="Google Shape;101;p12"/>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rtl="1" algn="l">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102" name="Google Shape;102;p12"/>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rtl="1" algn="r">
              <a:lnSpc>
                <a:spcPct val="100000"/>
              </a:lnSpc>
              <a:spcBef>
                <a:spcPts val="0"/>
              </a:spcBef>
              <a:spcAft>
                <a:spcPts val="0"/>
              </a:spcAft>
              <a:buSzPts val="1400"/>
              <a:buNone/>
              <a:defRPr/>
            </a:lvl1pPr>
            <a:lvl2pPr lvl="1" rtl="1" algn="r">
              <a:lnSpc>
                <a:spcPct val="100000"/>
              </a:lnSpc>
              <a:spcBef>
                <a:spcPts val="0"/>
              </a:spcBef>
              <a:spcAft>
                <a:spcPts val="0"/>
              </a:spcAft>
              <a:buSzPts val="1400"/>
              <a:buNone/>
              <a:defRPr/>
            </a:lvl2pPr>
            <a:lvl3pPr lvl="2" rtl="1" algn="r">
              <a:lnSpc>
                <a:spcPct val="100000"/>
              </a:lnSpc>
              <a:spcBef>
                <a:spcPts val="0"/>
              </a:spcBef>
              <a:spcAft>
                <a:spcPts val="0"/>
              </a:spcAft>
              <a:buSzPts val="1400"/>
              <a:buNone/>
              <a:defRPr/>
            </a:lvl3pPr>
            <a:lvl4pPr lvl="3" rtl="1" algn="r">
              <a:lnSpc>
                <a:spcPct val="100000"/>
              </a:lnSpc>
              <a:spcBef>
                <a:spcPts val="0"/>
              </a:spcBef>
              <a:spcAft>
                <a:spcPts val="0"/>
              </a:spcAft>
              <a:buSzPts val="1400"/>
              <a:buNone/>
              <a:defRPr/>
            </a:lvl4pPr>
            <a:lvl5pPr lvl="4" rtl="1" algn="r">
              <a:lnSpc>
                <a:spcPct val="100000"/>
              </a:lnSpc>
              <a:spcBef>
                <a:spcPts val="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103" name="Google Shape;103;p12"/>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 y="366818"/>
            <a:ext cx="9144000" cy="84407"/>
          </a:xfrm>
          <a:prstGeom prst="rect">
            <a:avLst/>
          </a:prstGeom>
          <a:solidFill>
            <a:schemeClr val="accent2">
              <a:alpha val="48627"/>
            </a:scheme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7" name="Google Shape;7;p1"/>
          <p:cNvSpPr/>
          <p:nvPr/>
        </p:nvSpPr>
        <p:spPr>
          <a:xfrm>
            <a:off x="0" y="-1"/>
            <a:ext cx="9144000" cy="310663"/>
          </a:xfrm>
          <a:prstGeom prst="rect">
            <a:avLst/>
          </a:prstGeom>
          <a:solidFill>
            <a:schemeClr val="dk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8" name="Google Shape;8;p1"/>
          <p:cNvSpPr/>
          <p:nvPr/>
        </p:nvSpPr>
        <p:spPr>
          <a:xfrm>
            <a:off x="0" y="308276"/>
            <a:ext cx="9144001" cy="9144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9" name="Google Shape;9;p1"/>
          <p:cNvSpPr/>
          <p:nvPr/>
        </p:nvSpPr>
        <p:spPr>
          <a:xfrm flipH="1" rot="10800000">
            <a:off x="5410182" y="360246"/>
            <a:ext cx="3733819" cy="910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0" name="Google Shape;10;p1"/>
          <p:cNvSpPr/>
          <p:nvPr/>
        </p:nvSpPr>
        <p:spPr>
          <a:xfrm flipH="1" rot="10800000">
            <a:off x="5410200" y="440112"/>
            <a:ext cx="3733801" cy="180035"/>
          </a:xfrm>
          <a:prstGeom prst="rect">
            <a:avLst/>
          </a:prstGeom>
          <a:solidFill>
            <a:schemeClr val="accent2">
              <a:alpha val="48627"/>
            </a:scheme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1" name="Google Shape;11;p1"/>
          <p:cNvSpPr/>
          <p:nvPr/>
        </p:nvSpPr>
        <p:spPr>
          <a:xfrm>
            <a:off x="5407339" y="497504"/>
            <a:ext cx="3063240" cy="274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2" name="Google Shape;12;p1"/>
          <p:cNvSpPr/>
          <p:nvPr/>
        </p:nvSpPr>
        <p:spPr>
          <a:xfrm>
            <a:off x="7373646" y="588943"/>
            <a:ext cx="1600200" cy="36576"/>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3" name="Google Shape;13;p1"/>
          <p:cNvSpPr/>
          <p:nvPr/>
        </p:nvSpPr>
        <p:spPr>
          <a:xfrm>
            <a:off x="9084966" y="-2001"/>
            <a:ext cx="57626" cy="621792"/>
          </a:xfrm>
          <a:prstGeom prst="rect">
            <a:avLst/>
          </a:prstGeom>
          <a:solidFill>
            <a:srgbClr val="FFFFFF">
              <a:alpha val="63529"/>
            </a:srgb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4" name="Google Shape;14;p1"/>
          <p:cNvSpPr/>
          <p:nvPr/>
        </p:nvSpPr>
        <p:spPr>
          <a:xfrm>
            <a:off x="9044481" y="-2001"/>
            <a:ext cx="27432" cy="621792"/>
          </a:xfrm>
          <a:prstGeom prst="rect">
            <a:avLst/>
          </a:prstGeom>
          <a:solidFill>
            <a:srgbClr val="FFFFFF">
              <a:alpha val="63529"/>
            </a:srgb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5" name="Google Shape;15;p1"/>
          <p:cNvSpPr/>
          <p:nvPr/>
        </p:nvSpPr>
        <p:spPr>
          <a:xfrm>
            <a:off x="9025428" y="-2001"/>
            <a:ext cx="9144" cy="621792"/>
          </a:xfrm>
          <a:prstGeom prst="rect">
            <a:avLst/>
          </a:prstGeom>
          <a:solidFill>
            <a:srgbClr val="FFFFFF">
              <a:alpha val="60000"/>
            </a:srgb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6" name="Google Shape;16;p1"/>
          <p:cNvSpPr/>
          <p:nvPr/>
        </p:nvSpPr>
        <p:spPr>
          <a:xfrm>
            <a:off x="8975423" y="-2001"/>
            <a:ext cx="27432" cy="621792"/>
          </a:xfrm>
          <a:prstGeom prst="rect">
            <a:avLst/>
          </a:prstGeom>
          <a:solidFill>
            <a:srgbClr val="FFFFFF">
              <a:alpha val="40000"/>
            </a:srgb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7" name="Google Shape;17;p1"/>
          <p:cNvSpPr/>
          <p:nvPr/>
        </p:nvSpPr>
        <p:spPr>
          <a:xfrm>
            <a:off x="8915677" y="380"/>
            <a:ext cx="54864" cy="585216"/>
          </a:xfrm>
          <a:prstGeom prst="rect">
            <a:avLst/>
          </a:prstGeom>
          <a:solidFill>
            <a:srgbClr val="FFFFFF">
              <a:alpha val="20000"/>
            </a:srgb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8" name="Google Shape;18;p1"/>
          <p:cNvSpPr/>
          <p:nvPr/>
        </p:nvSpPr>
        <p:spPr>
          <a:xfrm>
            <a:off x="8873475" y="380"/>
            <a:ext cx="9144" cy="585216"/>
          </a:xfrm>
          <a:prstGeom prst="rect">
            <a:avLst/>
          </a:prstGeom>
          <a:solidFill>
            <a:srgbClr val="FFFFFF">
              <a:alpha val="28627"/>
            </a:srgbClr>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9" name="Google Shape;19;p1"/>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rmAutofit/>
          </a:bodyPr>
          <a:lstStyle>
            <a:lvl1pPr lvl="0" marR="0" rtl="1" algn="l">
              <a:lnSpc>
                <a:spcPct val="100000"/>
              </a:lnSpc>
              <a:spcBef>
                <a:spcPts val="0"/>
              </a:spcBef>
              <a:spcAft>
                <a:spcPts val="0"/>
              </a:spcAft>
              <a:buClr>
                <a:schemeClr val="dk2"/>
              </a:buClr>
              <a:buSzPts val="4000"/>
              <a:buFont typeface="Trebuchet MS"/>
              <a:buNone/>
              <a:defRPr b="0" i="0" sz="4000" u="none" cap="none" strike="noStrike">
                <a:solidFill>
                  <a:schemeClr val="dk2"/>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1"/>
          <p:cNvSpPr txBox="1"/>
          <p:nvPr>
            <p:ph idx="1" type="body"/>
          </p:nvPr>
        </p:nvSpPr>
        <p:spPr>
          <a:xfrm>
            <a:off x="457200" y="2249424"/>
            <a:ext cx="8229600" cy="4325112"/>
          </a:xfrm>
          <a:prstGeom prst="rect">
            <a:avLst/>
          </a:prstGeom>
          <a:noFill/>
          <a:ln>
            <a:noFill/>
          </a:ln>
        </p:spPr>
        <p:txBody>
          <a:bodyPr anchorCtr="0" anchor="t" bIns="45700" lIns="91425" spcFirstLastPara="1" rIns="91425" wrap="square" tIns="45700">
            <a:normAutofit/>
          </a:bodyPr>
          <a:lstStyle>
            <a:lvl1pPr indent="-406400" lvl="0" marL="457200" marR="0" rtl="1" algn="r">
              <a:lnSpc>
                <a:spcPct val="100000"/>
              </a:lnSpc>
              <a:spcBef>
                <a:spcPts val="300"/>
              </a:spcBef>
              <a:spcAft>
                <a:spcPts val="0"/>
              </a:spcAft>
              <a:buClr>
                <a:schemeClr val="accent3"/>
              </a:buClr>
              <a:buSzPts val="2800"/>
              <a:buFont typeface="Georgia"/>
              <a:buChar char="•"/>
              <a:defRPr b="0" i="0" sz="2800" u="none" cap="none" strike="noStrike">
                <a:solidFill>
                  <a:schemeClr val="dk1"/>
                </a:solidFill>
                <a:latin typeface="Georgia"/>
                <a:ea typeface="Georgia"/>
                <a:cs typeface="Georgia"/>
                <a:sym typeface="Georgia"/>
              </a:defRPr>
            </a:lvl1pPr>
            <a:lvl2pPr indent="-393700" lvl="1" marL="914400" marR="0" rtl="1" algn="r">
              <a:lnSpc>
                <a:spcPct val="100000"/>
              </a:lnSpc>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indent="-381000" lvl="2" marL="1371600" marR="0" rtl="1" algn="r">
              <a:lnSpc>
                <a:spcPct val="100000"/>
              </a:lnSpc>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indent="-368300" lvl="3" marL="1828800" marR="0" rtl="1" algn="r">
              <a:lnSpc>
                <a:spcPct val="100000"/>
              </a:lnSpc>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indent="-355600" lvl="4" marL="2286000" marR="0" rtl="1" algn="r">
              <a:lnSpc>
                <a:spcPct val="100000"/>
              </a:lnSpc>
              <a:spcBef>
                <a:spcPts val="300"/>
              </a:spcBef>
              <a:spcAft>
                <a:spcPts val="0"/>
              </a:spcAft>
              <a:buClr>
                <a:schemeClr val="accent3"/>
              </a:buClr>
              <a:buSzPts val="2000"/>
              <a:buFont typeface="Georgia"/>
              <a:buChar char="▫"/>
              <a:defRPr b="0" i="0" sz="2000" u="none" cap="none" strike="noStrike">
                <a:solidFill>
                  <a:schemeClr val="accent3"/>
                </a:solidFill>
                <a:latin typeface="Georgia"/>
                <a:ea typeface="Georgia"/>
                <a:cs typeface="Georgia"/>
                <a:sym typeface="Georgia"/>
              </a:defRPr>
            </a:lvl5pPr>
            <a:lvl6pPr indent="-342900" lvl="5" marL="2743200" marR="0" rtl="1" algn="r">
              <a:lnSpc>
                <a:spcPct val="100000"/>
              </a:lnSpc>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1" algn="r">
              <a:lnSpc>
                <a:spcPct val="100000"/>
              </a:lnSpc>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1" algn="r">
              <a:lnSpc>
                <a:spcPct val="100000"/>
              </a:lnSpc>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1" algn="r">
              <a:lnSpc>
                <a:spcPct val="100000"/>
              </a:lnSpc>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21" name="Google Shape;21;p1"/>
          <p:cNvSpPr txBox="1"/>
          <p:nvPr>
            <p:ph idx="10" type="dt"/>
          </p:nvPr>
        </p:nvSpPr>
        <p:spPr>
          <a:xfrm>
            <a:off x="6586536" y="612648"/>
            <a:ext cx="957264" cy="457200"/>
          </a:xfrm>
          <a:prstGeom prst="rect">
            <a:avLst/>
          </a:prstGeom>
          <a:noFill/>
          <a:ln>
            <a:noFill/>
          </a:ln>
        </p:spPr>
        <p:txBody>
          <a:bodyPr anchorCtr="0" anchor="t" bIns="45700" lIns="91425" spcFirstLastPara="1" rIns="91425" wrap="square" tIns="45700">
            <a:noAutofit/>
          </a:bodyPr>
          <a:lstStyle>
            <a:lvl1pPr lvl="0" marR="0" rtl="1" algn="l">
              <a:lnSpc>
                <a:spcPct val="100000"/>
              </a:lnSpc>
              <a:spcBef>
                <a:spcPts val="0"/>
              </a:spcBef>
              <a:spcAft>
                <a:spcPts val="0"/>
              </a:spcAft>
              <a:buClr>
                <a:srgbClr val="000000"/>
              </a:buClr>
              <a:buSzPts val="1400"/>
              <a:buFont typeface="Arial"/>
              <a:buNone/>
              <a:defRPr b="0" i="0" sz="800" u="none" cap="none" strike="noStrike">
                <a:solidFill>
                  <a:schemeClr val="accent2"/>
                </a:solidFill>
                <a:latin typeface="Georgia"/>
                <a:ea typeface="Georgia"/>
                <a:cs typeface="Georgia"/>
                <a:sym typeface="Georgia"/>
              </a:defRPr>
            </a:lvl1pPr>
            <a:lvl2pPr lvl="1"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2pPr>
            <a:lvl3pPr lvl="2"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3pPr>
            <a:lvl4pPr lvl="3"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4pPr>
            <a:lvl5pPr lvl="4"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5pPr>
            <a:lvl6pPr lvl="5"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6pPr>
            <a:lvl7pPr lvl="6"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7pPr>
            <a:lvl8pPr lvl="7"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8pPr>
            <a:lvl9pPr lvl="8"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9pPr>
          </a:lstStyle>
          <a:p/>
        </p:txBody>
      </p:sp>
      <p:sp>
        <p:nvSpPr>
          <p:cNvPr id="22" name="Google Shape;22;p1"/>
          <p:cNvSpPr txBox="1"/>
          <p:nvPr>
            <p:ph idx="11" type="ftr"/>
          </p:nvPr>
        </p:nvSpPr>
        <p:spPr>
          <a:xfrm>
            <a:off x="5257800" y="612648"/>
            <a:ext cx="1325880" cy="457200"/>
          </a:xfrm>
          <a:prstGeom prst="rect">
            <a:avLst/>
          </a:prstGeom>
          <a:noFill/>
          <a:ln>
            <a:noFill/>
          </a:ln>
        </p:spPr>
        <p:txBody>
          <a:bodyPr anchorCtr="0" anchor="t" bIns="45700" lIns="91425" spcFirstLastPara="1" rIns="91425" wrap="square" tIns="45700">
            <a:noAutofit/>
          </a:bodyPr>
          <a:lstStyle>
            <a:lvl1pPr lvl="0" marR="0" rtl="1" algn="r">
              <a:lnSpc>
                <a:spcPct val="100000"/>
              </a:lnSpc>
              <a:spcBef>
                <a:spcPts val="0"/>
              </a:spcBef>
              <a:spcAft>
                <a:spcPts val="0"/>
              </a:spcAft>
              <a:buClr>
                <a:srgbClr val="000000"/>
              </a:buClr>
              <a:buSzPts val="1400"/>
              <a:buFont typeface="Arial"/>
              <a:buNone/>
              <a:defRPr b="0" i="0" sz="800" u="none" cap="none" strike="noStrike">
                <a:solidFill>
                  <a:schemeClr val="accent2"/>
                </a:solidFill>
                <a:latin typeface="Georgia"/>
                <a:ea typeface="Georgia"/>
                <a:cs typeface="Georgia"/>
                <a:sym typeface="Georgia"/>
              </a:defRPr>
            </a:lvl1pPr>
            <a:lvl2pPr lvl="1"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2pPr>
            <a:lvl3pPr lvl="2"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3pPr>
            <a:lvl4pPr lvl="3"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4pPr>
            <a:lvl5pPr lvl="4"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5pPr>
            <a:lvl6pPr lvl="5"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6pPr>
            <a:lvl7pPr lvl="6"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7pPr>
            <a:lvl8pPr lvl="7"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8pPr>
            <a:lvl9pPr lvl="8"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9pPr>
          </a:lstStyle>
          <a:p/>
        </p:txBody>
      </p:sp>
      <p:sp>
        <p:nvSpPr>
          <p:cNvPr id="23" name="Google Shape;23;p1"/>
          <p:cNvSpPr txBox="1"/>
          <p:nvPr>
            <p:ph idx="12" type="sldNum"/>
          </p:nvPr>
        </p:nvSpPr>
        <p:spPr>
          <a:xfrm>
            <a:off x="8174736" y="2272"/>
            <a:ext cx="762000" cy="365760"/>
          </a:xfrm>
          <a:prstGeom prst="rect">
            <a:avLst/>
          </a:prstGeom>
          <a:noFill/>
          <a:ln>
            <a:noFill/>
          </a:ln>
        </p:spPr>
        <p:txBody>
          <a:bodyPr anchorCtr="0" anchor="b" bIns="45700" lIns="91425" spcFirstLastPara="1" rIns="91425" wrap="square" tIns="45700">
            <a:noAutofit/>
          </a:bodyPr>
          <a:lstStyle>
            <a:lvl1pPr indent="0" lvl="0"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1pPr>
            <a:lvl2pPr indent="0" lvl="1"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2pPr>
            <a:lvl3pPr indent="0" lvl="2"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3pPr>
            <a:lvl4pPr indent="0" lvl="3"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4pPr>
            <a:lvl5pPr indent="0" lvl="4"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5pPr>
            <a:lvl6pPr indent="0" lvl="5"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6pPr>
            <a:lvl7pPr indent="0" lvl="6"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7pPr>
            <a:lvl8pPr indent="0" lvl="7"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8pPr>
            <a:lvl9pPr indent="0" lvl="8" marL="0" marR="0" rtl="1" algn="r">
              <a:lnSpc>
                <a:spcPct val="100000"/>
              </a:lnSpc>
              <a:spcBef>
                <a:spcPts val="0"/>
              </a:spcBef>
              <a:spcAft>
                <a:spcPts val="0"/>
              </a:spcAft>
              <a:buClr>
                <a:srgbClr val="000000"/>
              </a:buClr>
              <a:buSzPts val="1800"/>
              <a:buFont typeface="Arial"/>
              <a:buNone/>
              <a:defRPr b="0" i="0" sz="1800" u="none" cap="none" strike="noStrike">
                <a:solidFill>
                  <a:srgbClr val="FFFFFF"/>
                </a:solidFill>
                <a:latin typeface="Georgia"/>
                <a:ea typeface="Georgia"/>
                <a:cs typeface="Georgia"/>
                <a:sym typeface="Georgia"/>
              </a:defRPr>
            </a:lvl9pPr>
          </a:lstStyle>
          <a:p>
            <a:pPr indent="0" lvl="0" marL="0" rtl="1" algn="r">
              <a:spcBef>
                <a:spcPts val="0"/>
              </a:spcBef>
              <a:spcAft>
                <a:spcPts val="0"/>
              </a:spcAft>
              <a:buNone/>
            </a:pPr>
            <a:fld id="{00000000-1234-1234-1234-123412341234}" type="slidenum">
              <a:rPr lang="iw-I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3"/>
          <p:cNvSpPr txBox="1"/>
          <p:nvPr>
            <p:ph type="ctrTitle"/>
          </p:nvPr>
        </p:nvSpPr>
        <p:spPr>
          <a:xfrm>
            <a:off x="457200" y="2401887"/>
            <a:ext cx="8458200" cy="1470000"/>
          </a:xfrm>
          <a:prstGeom prst="rect">
            <a:avLst/>
          </a:prstGeom>
          <a:noFill/>
          <a:ln>
            <a:noFill/>
          </a:ln>
        </p:spPr>
        <p:txBody>
          <a:bodyPr anchorCtr="0" anchor="b" bIns="45700" lIns="91425" spcFirstLastPara="1" rIns="91425" wrap="square" tIns="45700">
            <a:normAutofit/>
          </a:bodyPr>
          <a:lstStyle/>
          <a:p>
            <a:pPr indent="0" lvl="0" marL="0" rtl="1" algn="ctr">
              <a:lnSpc>
                <a:spcPct val="100000"/>
              </a:lnSpc>
              <a:spcBef>
                <a:spcPts val="0"/>
              </a:spcBef>
              <a:spcAft>
                <a:spcPts val="0"/>
              </a:spcAft>
              <a:buClr>
                <a:schemeClr val="lt1"/>
              </a:buClr>
              <a:buSzPts val="4400"/>
              <a:buFont typeface="Trebuchet MS"/>
              <a:buNone/>
            </a:pPr>
            <a:r>
              <a:rPr lang="iw-IL"/>
              <a:t>שופטים פרק ג</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type="title"/>
          </p:nvPr>
        </p:nvSpPr>
        <p:spPr>
          <a:xfrm>
            <a:off x="467544" y="476672"/>
            <a:ext cx="8229600" cy="1066800"/>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C00000"/>
              </a:buClr>
              <a:buSzPts val="3200"/>
              <a:buFont typeface="Tahoma"/>
              <a:buNone/>
            </a:pPr>
            <a:r>
              <a:rPr b="1" lang="iw-IL" sz="3200">
                <a:solidFill>
                  <a:srgbClr val="C00000"/>
                </a:solidFill>
                <a:latin typeface="Tahoma"/>
                <a:ea typeface="Tahoma"/>
                <a:cs typeface="Tahoma"/>
                <a:sym typeface="Tahoma"/>
              </a:rPr>
              <a:t>למה הקב"ה השאיר את העמים בארץ?</a:t>
            </a:r>
            <a:endParaRPr/>
          </a:p>
        </p:txBody>
      </p:sp>
      <p:grpSp>
        <p:nvGrpSpPr>
          <p:cNvPr id="114" name="Google Shape;114;p14"/>
          <p:cNvGrpSpPr/>
          <p:nvPr/>
        </p:nvGrpSpPr>
        <p:grpSpPr>
          <a:xfrm>
            <a:off x="253415" y="6093296"/>
            <a:ext cx="6467479" cy="504056"/>
            <a:chOff x="1895" y="0"/>
            <a:chExt cx="6467479" cy="504056"/>
          </a:xfrm>
        </p:grpSpPr>
        <p:sp>
          <p:nvSpPr>
            <p:cNvPr id="115" name="Google Shape;115;p14"/>
            <p:cNvSpPr/>
            <p:nvPr/>
          </p:nvSpPr>
          <p:spPr>
            <a:xfrm rot="10800000">
              <a:off x="4567732" y="0"/>
              <a:ext cx="1901642" cy="504056"/>
            </a:xfrm>
            <a:prstGeom prst="homePlate">
              <a:avLst>
                <a:gd fmla="val 50000" name="adj"/>
              </a:avLst>
            </a:prstGeom>
            <a:solidFill>
              <a:srgbClr val="934B21"/>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4"/>
            <p:cNvSpPr txBox="1"/>
            <p:nvPr/>
          </p:nvSpPr>
          <p:spPr>
            <a:xfrm>
              <a:off x="4693746" y="0"/>
              <a:ext cx="1775628" cy="504056"/>
            </a:xfrm>
            <a:prstGeom prst="rect">
              <a:avLst/>
            </a:prstGeom>
            <a:noFill/>
            <a:ln>
              <a:noFill/>
            </a:ln>
          </p:spPr>
          <p:txBody>
            <a:bodyPr anchorCtr="0" anchor="ctr" bIns="29325" lIns="14650" spcFirstLastPara="1" rIns="5865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1. העמים שנשארו בארץ</a:t>
              </a:r>
              <a:endParaRPr b="0" i="0" sz="1050" u="none" cap="none" strike="noStrike">
                <a:solidFill>
                  <a:schemeClr val="lt1"/>
                </a:solidFill>
                <a:latin typeface="Georgia"/>
                <a:ea typeface="Georgia"/>
                <a:cs typeface="Georgia"/>
                <a:sym typeface="Georgia"/>
              </a:endParaRPr>
            </a:p>
          </p:txBody>
        </p:sp>
        <p:sp>
          <p:nvSpPr>
            <p:cNvPr id="117" name="Google Shape;117;p14"/>
            <p:cNvSpPr/>
            <p:nvPr/>
          </p:nvSpPr>
          <p:spPr>
            <a:xfrm rot="10800000">
              <a:off x="3044523"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txBox="1"/>
            <p:nvPr/>
          </p:nvSpPr>
          <p:spPr>
            <a:xfrm>
              <a:off x="3296551"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0" i="0" lang="iw-IL" sz="1050" u="none" cap="none" strike="noStrike">
                  <a:solidFill>
                    <a:schemeClr val="lt1"/>
                  </a:solidFill>
                  <a:latin typeface="Georgia"/>
                  <a:ea typeface="Georgia"/>
                  <a:cs typeface="Georgia"/>
                  <a:sym typeface="Georgia"/>
                </a:rPr>
                <a:t>2. עתניאל בן קנז</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rot="10800000">
              <a:off x="1523209"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4"/>
            <p:cNvSpPr txBox="1"/>
            <p:nvPr/>
          </p:nvSpPr>
          <p:spPr>
            <a:xfrm>
              <a:off x="1775237"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3. אהוד בן גרא</a:t>
              </a:r>
              <a:endParaRPr b="0" i="0" sz="1400" u="none" cap="none" strike="noStrike">
                <a:solidFill>
                  <a:srgbClr val="000000"/>
                </a:solidFill>
                <a:latin typeface="Arial"/>
                <a:ea typeface="Arial"/>
                <a:cs typeface="Arial"/>
                <a:sym typeface="Arial"/>
              </a:endParaRPr>
            </a:p>
          </p:txBody>
        </p:sp>
        <p:sp>
          <p:nvSpPr>
            <p:cNvPr id="121" name="Google Shape;121;p14"/>
            <p:cNvSpPr/>
            <p:nvPr/>
          </p:nvSpPr>
          <p:spPr>
            <a:xfrm rot="10800000">
              <a:off x="1895"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4"/>
            <p:cNvSpPr txBox="1"/>
            <p:nvPr/>
          </p:nvSpPr>
          <p:spPr>
            <a:xfrm>
              <a:off x="253923"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4. שמגר בן ענת</a:t>
              </a:r>
              <a:endParaRPr b="0" i="0" sz="1400" u="none" cap="none" strike="noStrike">
                <a:solidFill>
                  <a:srgbClr val="000000"/>
                </a:solidFill>
                <a:latin typeface="Arial"/>
                <a:ea typeface="Arial"/>
                <a:cs typeface="Arial"/>
                <a:sym typeface="Arial"/>
              </a:endParaRPr>
            </a:p>
          </p:txBody>
        </p:sp>
      </p:grpSp>
      <p:pic>
        <p:nvPicPr>
          <p:cNvPr id="123" name="Google Shape;123;p14"/>
          <p:cNvPicPr preferRelativeResize="0"/>
          <p:nvPr/>
        </p:nvPicPr>
        <p:blipFill rotWithShape="1">
          <a:blip r:embed="rId3">
            <a:alphaModFix/>
          </a:blip>
          <a:srcRect b="0" l="0" r="0" t="0"/>
          <a:stretch/>
        </p:blipFill>
        <p:spPr>
          <a:xfrm>
            <a:off x="833433" y="1505744"/>
            <a:ext cx="2952328" cy="4314467"/>
          </a:xfrm>
          <a:prstGeom prst="rect">
            <a:avLst/>
          </a:prstGeom>
          <a:noFill/>
          <a:ln>
            <a:noFill/>
          </a:ln>
        </p:spPr>
      </p:pic>
      <p:sp>
        <p:nvSpPr>
          <p:cNvPr id="124" name="Google Shape;124;p14"/>
          <p:cNvSpPr txBox="1"/>
          <p:nvPr/>
        </p:nvSpPr>
        <p:spPr>
          <a:xfrm>
            <a:off x="5193095" y="1484784"/>
            <a:ext cx="2592288" cy="132343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0000"/>
              </a:buClr>
              <a:buSzPts val="1600"/>
              <a:buFont typeface="Arial"/>
              <a:buNone/>
            </a:pPr>
            <a:r>
              <a:rPr b="0" i="0" lang="iw-IL" sz="1600" u="none" cap="none" strike="noStrike">
                <a:solidFill>
                  <a:srgbClr val="C00000"/>
                </a:solidFill>
                <a:latin typeface="Tahoma"/>
                <a:ea typeface="Tahoma"/>
                <a:cs typeface="Tahoma"/>
                <a:sym typeface="Tahoma"/>
              </a:rPr>
              <a:t>ביטחונית- "ונשל ה' אלוהיך את הגויים האלה מפניך  מעט מעט לא תוכל כלתם מהר פן תרבה עליך </a:t>
            </a:r>
            <a:r>
              <a:rPr b="0" i="0" lang="iw-IL" sz="1600" u="sng" cap="none" strike="noStrike">
                <a:solidFill>
                  <a:srgbClr val="C00000"/>
                </a:solidFill>
                <a:latin typeface="Tahoma"/>
                <a:ea typeface="Tahoma"/>
                <a:cs typeface="Tahoma"/>
                <a:sym typeface="Tahoma"/>
              </a:rPr>
              <a:t>חית השדה</a:t>
            </a:r>
            <a:r>
              <a:rPr b="0" i="0" lang="iw-IL" sz="1600" u="none" cap="none" strike="noStrike">
                <a:solidFill>
                  <a:srgbClr val="C00000"/>
                </a:solidFill>
                <a:latin typeface="Tahoma"/>
                <a:ea typeface="Tahoma"/>
                <a:cs typeface="Tahoma"/>
                <a:sym typeface="Tahoma"/>
              </a:rPr>
              <a:t>"</a:t>
            </a:r>
            <a:endParaRPr b="0" i="0" sz="1400" u="none" cap="none" strike="noStrike">
              <a:solidFill>
                <a:srgbClr val="000000"/>
              </a:solidFill>
              <a:latin typeface="Arial"/>
              <a:ea typeface="Arial"/>
              <a:cs typeface="Arial"/>
              <a:sym typeface="Arial"/>
            </a:endParaRPr>
          </a:p>
        </p:txBody>
      </p:sp>
      <p:sp>
        <p:nvSpPr>
          <p:cNvPr id="125" name="Google Shape;125;p14"/>
          <p:cNvSpPr txBox="1"/>
          <p:nvPr/>
        </p:nvSpPr>
        <p:spPr>
          <a:xfrm>
            <a:off x="5193095" y="3081734"/>
            <a:ext cx="2592288" cy="92333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0000"/>
              </a:buClr>
              <a:buSzPts val="1800"/>
              <a:buFont typeface="Arial"/>
              <a:buNone/>
            </a:pPr>
            <a:r>
              <a:rPr b="0" i="0" lang="iw-IL" sz="1800" u="none" cap="none" strike="noStrike">
                <a:solidFill>
                  <a:srgbClr val="C00000"/>
                </a:solidFill>
                <a:latin typeface="Tahoma"/>
                <a:ea typeface="Tahoma"/>
                <a:cs typeface="Tahoma"/>
                <a:sym typeface="Tahoma"/>
              </a:rPr>
              <a:t>אמונית- "ואלה הגויים אשר הניח ה' לנסות בם את ישראל"</a:t>
            </a:r>
            <a:endParaRPr b="0" i="0" sz="1400" u="none" cap="none" strike="noStrike">
              <a:solidFill>
                <a:srgbClr val="000000"/>
              </a:solidFill>
              <a:latin typeface="Arial"/>
              <a:ea typeface="Arial"/>
              <a:cs typeface="Arial"/>
              <a:sym typeface="Arial"/>
            </a:endParaRPr>
          </a:p>
        </p:txBody>
      </p:sp>
      <p:sp>
        <p:nvSpPr>
          <p:cNvPr id="126" name="Google Shape;126;p14"/>
          <p:cNvSpPr txBox="1"/>
          <p:nvPr/>
        </p:nvSpPr>
        <p:spPr>
          <a:xfrm>
            <a:off x="5193095" y="4230655"/>
            <a:ext cx="2592288" cy="120032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0000"/>
              </a:buClr>
              <a:buSzPts val="1800"/>
              <a:buFont typeface="Arial"/>
              <a:buNone/>
            </a:pPr>
            <a:r>
              <a:rPr b="0" i="0" lang="iw-IL" sz="1800" u="none" cap="none" strike="noStrike">
                <a:solidFill>
                  <a:srgbClr val="C00000"/>
                </a:solidFill>
                <a:latin typeface="Tahoma"/>
                <a:ea typeface="Tahoma"/>
                <a:cs typeface="Tahoma"/>
                <a:sym typeface="Tahoma"/>
              </a:rPr>
              <a:t>עונש- " גם אני לא אוסיף להוריש איש מפניהם מן הגויים אשר עזב יהושע"</a:t>
            </a:r>
            <a:endParaRPr b="0" i="0" sz="1400" u="none" cap="none" strike="noStrike">
              <a:solidFill>
                <a:srgbClr val="000000"/>
              </a:solidFill>
              <a:latin typeface="Arial"/>
              <a:ea typeface="Arial"/>
              <a:cs typeface="Arial"/>
              <a:sym typeface="Arial"/>
            </a:endParaRPr>
          </a:p>
        </p:txBody>
      </p:sp>
      <p:cxnSp>
        <p:nvCxnSpPr>
          <p:cNvPr id="127" name="Google Shape;127;p14"/>
          <p:cNvCxnSpPr>
            <a:stCxn id="123" idx="3"/>
            <a:endCxn id="124" idx="1"/>
          </p:cNvCxnSpPr>
          <p:nvPr/>
        </p:nvCxnSpPr>
        <p:spPr>
          <a:xfrm flipH="1" rot="10800000">
            <a:off x="3785761" y="2146478"/>
            <a:ext cx="1407300" cy="1516500"/>
          </a:xfrm>
          <a:prstGeom prst="straightConnector1">
            <a:avLst/>
          </a:prstGeom>
          <a:noFill/>
          <a:ln cap="flat" cmpd="sng" w="9525">
            <a:solidFill>
              <a:schemeClr val="accent1"/>
            </a:solidFill>
            <a:prstDash val="solid"/>
            <a:round/>
            <a:headEnd len="sm" w="sm" type="none"/>
            <a:tailEnd len="med" w="med" type="stealth"/>
          </a:ln>
        </p:spPr>
      </p:cxnSp>
      <p:cxnSp>
        <p:nvCxnSpPr>
          <p:cNvPr id="128" name="Google Shape;128;p14"/>
          <p:cNvCxnSpPr>
            <a:stCxn id="123" idx="3"/>
            <a:endCxn id="125" idx="1"/>
          </p:cNvCxnSpPr>
          <p:nvPr/>
        </p:nvCxnSpPr>
        <p:spPr>
          <a:xfrm flipH="1" rot="10800000">
            <a:off x="3785761" y="3543278"/>
            <a:ext cx="1407300" cy="119700"/>
          </a:xfrm>
          <a:prstGeom prst="straightConnector1">
            <a:avLst/>
          </a:prstGeom>
          <a:noFill/>
          <a:ln cap="flat" cmpd="sng" w="9525">
            <a:solidFill>
              <a:schemeClr val="accent1"/>
            </a:solidFill>
            <a:prstDash val="solid"/>
            <a:round/>
            <a:headEnd len="sm" w="sm" type="none"/>
            <a:tailEnd len="med" w="med" type="stealth"/>
          </a:ln>
        </p:spPr>
      </p:cxnSp>
      <p:cxnSp>
        <p:nvCxnSpPr>
          <p:cNvPr id="129" name="Google Shape;129;p14"/>
          <p:cNvCxnSpPr>
            <a:stCxn id="123" idx="3"/>
            <a:endCxn id="126" idx="1"/>
          </p:cNvCxnSpPr>
          <p:nvPr/>
        </p:nvCxnSpPr>
        <p:spPr>
          <a:xfrm>
            <a:off x="3785761" y="3662978"/>
            <a:ext cx="1407300" cy="1167900"/>
          </a:xfrm>
          <a:prstGeom prst="straightConnector1">
            <a:avLst/>
          </a:prstGeom>
          <a:noFill/>
          <a:ln cap="flat" cmpd="sng" w="9525">
            <a:solidFill>
              <a:schemeClr val="accent1"/>
            </a:solidFill>
            <a:prstDash val="solid"/>
            <a:round/>
            <a:headEnd len="sm" w="sm" type="none"/>
            <a:tailEnd len="med" w="med" type="stealth"/>
          </a:ln>
        </p:spPr>
      </p:cxn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500"/>
                                        <p:tgtEl>
                                          <p:spTgt spid="11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5"/>
          <p:cNvSpPr txBox="1"/>
          <p:nvPr>
            <p:ph type="title"/>
          </p:nvPr>
        </p:nvSpPr>
        <p:spPr>
          <a:xfrm>
            <a:off x="467544" y="476672"/>
            <a:ext cx="8229600" cy="1066800"/>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C00000"/>
              </a:buClr>
              <a:buSzPts val="3200"/>
              <a:buFont typeface="Tahoma"/>
              <a:buNone/>
            </a:pPr>
            <a:r>
              <a:rPr b="1" lang="iw-IL" sz="3200">
                <a:solidFill>
                  <a:srgbClr val="C00000"/>
                </a:solidFill>
                <a:latin typeface="Tahoma"/>
                <a:ea typeface="Tahoma"/>
                <a:cs typeface="Tahoma"/>
                <a:sym typeface="Tahoma"/>
              </a:rPr>
              <a:t>למה הקב"ה השאיר את העמים בארץ?</a:t>
            </a:r>
            <a:endParaRPr/>
          </a:p>
        </p:txBody>
      </p:sp>
      <p:grpSp>
        <p:nvGrpSpPr>
          <p:cNvPr id="135" name="Google Shape;135;p15"/>
          <p:cNvGrpSpPr/>
          <p:nvPr/>
        </p:nvGrpSpPr>
        <p:grpSpPr>
          <a:xfrm>
            <a:off x="253415" y="6093296"/>
            <a:ext cx="6467479" cy="504056"/>
            <a:chOff x="1895" y="0"/>
            <a:chExt cx="6467479" cy="504056"/>
          </a:xfrm>
        </p:grpSpPr>
        <p:sp>
          <p:nvSpPr>
            <p:cNvPr id="136" name="Google Shape;136;p15"/>
            <p:cNvSpPr/>
            <p:nvPr/>
          </p:nvSpPr>
          <p:spPr>
            <a:xfrm rot="10800000">
              <a:off x="4567732" y="0"/>
              <a:ext cx="1901642" cy="504056"/>
            </a:xfrm>
            <a:prstGeom prst="homePlate">
              <a:avLst>
                <a:gd fmla="val 50000" name="adj"/>
              </a:avLst>
            </a:prstGeom>
            <a:solidFill>
              <a:schemeClr val="accent5"/>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5"/>
            <p:cNvSpPr txBox="1"/>
            <p:nvPr/>
          </p:nvSpPr>
          <p:spPr>
            <a:xfrm>
              <a:off x="4693746" y="0"/>
              <a:ext cx="1775628" cy="504056"/>
            </a:xfrm>
            <a:prstGeom prst="rect">
              <a:avLst/>
            </a:prstGeom>
            <a:noFill/>
            <a:ln>
              <a:noFill/>
            </a:ln>
          </p:spPr>
          <p:txBody>
            <a:bodyPr anchorCtr="0" anchor="ctr" bIns="29325" lIns="14650" spcFirstLastPara="1" rIns="5865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1. העמים שנשארו בארץ</a:t>
              </a:r>
              <a:endParaRPr b="0" i="0" sz="1050" u="none" cap="none" strike="noStrike">
                <a:solidFill>
                  <a:schemeClr val="lt1"/>
                </a:solidFill>
                <a:latin typeface="Georgia"/>
                <a:ea typeface="Georgia"/>
                <a:cs typeface="Georgia"/>
                <a:sym typeface="Georgia"/>
              </a:endParaRPr>
            </a:p>
          </p:txBody>
        </p:sp>
        <p:sp>
          <p:nvSpPr>
            <p:cNvPr id="138" name="Google Shape;138;p15"/>
            <p:cNvSpPr/>
            <p:nvPr/>
          </p:nvSpPr>
          <p:spPr>
            <a:xfrm rot="10800000">
              <a:off x="3044523"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5"/>
            <p:cNvSpPr txBox="1"/>
            <p:nvPr/>
          </p:nvSpPr>
          <p:spPr>
            <a:xfrm>
              <a:off x="3296551"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0" i="0" lang="iw-IL" sz="1050" u="none" cap="none" strike="noStrike">
                  <a:solidFill>
                    <a:schemeClr val="lt1"/>
                  </a:solidFill>
                  <a:latin typeface="Georgia"/>
                  <a:ea typeface="Georgia"/>
                  <a:cs typeface="Georgia"/>
                  <a:sym typeface="Georgia"/>
                </a:rPr>
                <a:t>2. עתניאל בן קנז</a:t>
              </a:r>
              <a:endParaRPr b="0" i="0" sz="1400" u="none" cap="none" strike="noStrike">
                <a:solidFill>
                  <a:srgbClr val="000000"/>
                </a:solidFill>
                <a:latin typeface="Arial"/>
                <a:ea typeface="Arial"/>
                <a:cs typeface="Arial"/>
                <a:sym typeface="Arial"/>
              </a:endParaRPr>
            </a:p>
          </p:txBody>
        </p:sp>
        <p:sp>
          <p:nvSpPr>
            <p:cNvPr id="140" name="Google Shape;140;p15"/>
            <p:cNvSpPr/>
            <p:nvPr/>
          </p:nvSpPr>
          <p:spPr>
            <a:xfrm rot="10800000">
              <a:off x="1523209"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5"/>
            <p:cNvSpPr txBox="1"/>
            <p:nvPr/>
          </p:nvSpPr>
          <p:spPr>
            <a:xfrm>
              <a:off x="1775237"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3. אהוד בן גרא</a:t>
              </a:r>
              <a:endParaRPr b="0" i="0" sz="1400" u="none" cap="none" strike="noStrike">
                <a:solidFill>
                  <a:srgbClr val="000000"/>
                </a:solidFill>
                <a:latin typeface="Arial"/>
                <a:ea typeface="Arial"/>
                <a:cs typeface="Arial"/>
                <a:sym typeface="Arial"/>
              </a:endParaRPr>
            </a:p>
          </p:txBody>
        </p:sp>
        <p:sp>
          <p:nvSpPr>
            <p:cNvPr id="142" name="Google Shape;142;p15"/>
            <p:cNvSpPr/>
            <p:nvPr/>
          </p:nvSpPr>
          <p:spPr>
            <a:xfrm rot="10800000">
              <a:off x="1895"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5"/>
            <p:cNvSpPr txBox="1"/>
            <p:nvPr/>
          </p:nvSpPr>
          <p:spPr>
            <a:xfrm>
              <a:off x="253923"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4. שמגר בן ענת</a:t>
              </a:r>
              <a:endParaRPr b="0" i="0" sz="1400" u="none" cap="none" strike="noStrike">
                <a:solidFill>
                  <a:srgbClr val="000000"/>
                </a:solidFill>
                <a:latin typeface="Arial"/>
                <a:ea typeface="Arial"/>
                <a:cs typeface="Arial"/>
                <a:sym typeface="Arial"/>
              </a:endParaRPr>
            </a:p>
          </p:txBody>
        </p:sp>
      </p:grpSp>
      <p:pic>
        <p:nvPicPr>
          <p:cNvPr id="144" name="Google Shape;144;p15"/>
          <p:cNvPicPr preferRelativeResize="0"/>
          <p:nvPr/>
        </p:nvPicPr>
        <p:blipFill rotWithShape="1">
          <a:blip r:embed="rId3">
            <a:alphaModFix/>
          </a:blip>
          <a:srcRect b="0" l="0" r="0" t="0"/>
          <a:stretch/>
        </p:blipFill>
        <p:spPr>
          <a:xfrm>
            <a:off x="833433" y="1505744"/>
            <a:ext cx="2952328" cy="4314467"/>
          </a:xfrm>
          <a:prstGeom prst="rect">
            <a:avLst/>
          </a:prstGeom>
          <a:noFill/>
          <a:ln>
            <a:noFill/>
          </a:ln>
        </p:spPr>
      </p:pic>
      <p:sp>
        <p:nvSpPr>
          <p:cNvPr id="145" name="Google Shape;145;p15"/>
          <p:cNvSpPr txBox="1"/>
          <p:nvPr/>
        </p:nvSpPr>
        <p:spPr>
          <a:xfrm>
            <a:off x="4644008" y="1484784"/>
            <a:ext cx="3960439" cy="132343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rgbClr val="000000"/>
              </a:buClr>
              <a:buSzPts val="1600"/>
              <a:buFont typeface="Arial"/>
              <a:buNone/>
            </a:pPr>
            <a:r>
              <a:rPr b="1" i="0" lang="iw-IL" sz="1600" u="none" cap="none" strike="noStrike">
                <a:solidFill>
                  <a:srgbClr val="C00000"/>
                </a:solidFill>
                <a:latin typeface="Tahoma"/>
                <a:ea typeface="Tahoma"/>
                <a:cs typeface="Tahoma"/>
                <a:sym typeface="Tahoma"/>
              </a:rPr>
              <a:t>א</a:t>
            </a:r>
            <a:r>
              <a:rPr b="0" i="0" lang="iw-IL" sz="1600" u="none" cap="none" strike="noStrike">
                <a:solidFill>
                  <a:srgbClr val="C00000"/>
                </a:solidFill>
                <a:latin typeface="Tahoma"/>
                <a:ea typeface="Tahoma"/>
                <a:cs typeface="Tahoma"/>
                <a:sym typeface="Tahoma"/>
              </a:rPr>
              <a:t> וְאֵלֶּה הַגּוֹיִם אֲשֶׁר הִנִּיחַ יְהוָה לְנַסּוֹת בָּם אֶת-יִשְׂרָאֵל אֵת כָּל-אֲשֶׁר לֹא-יָדְעוּ אֵת כָּל-מִלְחֲמוֹת כְּנָעַן.  </a:t>
            </a:r>
            <a:r>
              <a:rPr b="1" i="0" lang="iw-IL" sz="1600" u="none" cap="none" strike="noStrike">
                <a:solidFill>
                  <a:srgbClr val="C00000"/>
                </a:solidFill>
                <a:latin typeface="Tahoma"/>
                <a:ea typeface="Tahoma"/>
                <a:cs typeface="Tahoma"/>
                <a:sym typeface="Tahoma"/>
              </a:rPr>
              <a:t>ב </a:t>
            </a:r>
            <a:r>
              <a:rPr b="0" i="0" lang="iw-IL" sz="1600" u="none" cap="none" strike="noStrike">
                <a:solidFill>
                  <a:srgbClr val="C00000"/>
                </a:solidFill>
                <a:latin typeface="Tahoma"/>
                <a:ea typeface="Tahoma"/>
                <a:cs typeface="Tahoma"/>
                <a:sym typeface="Tahoma"/>
              </a:rPr>
              <a:t>רַק לְמַעַן דַּעַת דֹּרוֹת בְּנֵי-יִשְׂרָאֵל לְלַמְּדָם מִלְחָמָה רַק אֲשֶׁר-לְפָנִים לֹא יְדָעוּם. </a:t>
            </a:r>
            <a:endParaRPr b="0" i="0" sz="1600" u="none" cap="none" strike="noStrike">
              <a:solidFill>
                <a:srgbClr val="C00000"/>
              </a:solidFill>
              <a:latin typeface="Tahoma"/>
              <a:ea typeface="Tahoma"/>
              <a:cs typeface="Tahoma"/>
              <a:sym typeface="Tahoma"/>
            </a:endParaRPr>
          </a:p>
        </p:txBody>
      </p:sp>
      <p:sp>
        <p:nvSpPr>
          <p:cNvPr id="146" name="Google Shape;146;p15"/>
          <p:cNvSpPr txBox="1"/>
          <p:nvPr/>
        </p:nvSpPr>
        <p:spPr>
          <a:xfrm>
            <a:off x="4208122" y="3543399"/>
            <a:ext cx="1732473" cy="120032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0000"/>
              </a:buClr>
              <a:buSzPts val="1800"/>
              <a:buFont typeface="Arial"/>
              <a:buNone/>
            </a:pPr>
            <a:r>
              <a:rPr b="0" i="0" lang="iw-IL" sz="1800" u="none" cap="none" strike="noStrike">
                <a:solidFill>
                  <a:srgbClr val="C00000"/>
                </a:solidFill>
                <a:latin typeface="Tahoma"/>
                <a:ea typeface="Tahoma"/>
                <a:cs typeface="Tahoma"/>
                <a:sym typeface="Tahoma"/>
              </a:rPr>
              <a:t>רש"י:</a:t>
            </a:r>
            <a:br>
              <a:rPr b="0" i="0" lang="iw-IL" sz="1800" u="none" cap="none" strike="noStrike">
                <a:solidFill>
                  <a:srgbClr val="C00000"/>
                </a:solidFill>
                <a:latin typeface="Tahoma"/>
                <a:ea typeface="Tahoma"/>
                <a:cs typeface="Tahoma"/>
                <a:sym typeface="Tahoma"/>
              </a:rPr>
            </a:br>
            <a:r>
              <a:rPr b="0" i="0" lang="iw-IL" sz="1800" u="none" cap="none" strike="noStrike">
                <a:solidFill>
                  <a:srgbClr val="C00000"/>
                </a:solidFill>
                <a:latin typeface="Tahoma"/>
                <a:ea typeface="Tahoma"/>
                <a:cs typeface="Tahoma"/>
                <a:sym typeface="Tahoma"/>
              </a:rPr>
              <a:t>אמונית-למען דעת מה גרם החטא.</a:t>
            </a:r>
            <a:endParaRPr b="0" i="0" sz="1400" u="none" cap="none" strike="noStrike">
              <a:solidFill>
                <a:srgbClr val="000000"/>
              </a:solidFill>
              <a:latin typeface="Arial"/>
              <a:ea typeface="Arial"/>
              <a:cs typeface="Arial"/>
              <a:sym typeface="Arial"/>
            </a:endParaRPr>
          </a:p>
        </p:txBody>
      </p:sp>
      <p:sp>
        <p:nvSpPr>
          <p:cNvPr id="147" name="Google Shape;147;p15"/>
          <p:cNvSpPr txBox="1"/>
          <p:nvPr/>
        </p:nvSpPr>
        <p:spPr>
          <a:xfrm>
            <a:off x="6300192" y="3506854"/>
            <a:ext cx="2592288" cy="92333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0000"/>
              </a:buClr>
              <a:buSzPts val="1800"/>
              <a:buFont typeface="Arial"/>
              <a:buNone/>
            </a:pPr>
            <a:r>
              <a:rPr b="0" i="0" lang="iw-IL" sz="1800" u="none" cap="none" strike="noStrike">
                <a:solidFill>
                  <a:srgbClr val="C00000"/>
                </a:solidFill>
                <a:latin typeface="Tahoma"/>
                <a:ea typeface="Tahoma"/>
                <a:cs typeface="Tahoma"/>
                <a:sym typeface="Tahoma"/>
              </a:rPr>
              <a:t>מצודת דוד:</a:t>
            </a:r>
            <a:br>
              <a:rPr b="0" i="0" lang="iw-IL" sz="1800" u="none" cap="none" strike="noStrike">
                <a:solidFill>
                  <a:srgbClr val="C00000"/>
                </a:solidFill>
                <a:latin typeface="Tahoma"/>
                <a:ea typeface="Tahoma"/>
                <a:cs typeface="Tahoma"/>
                <a:sym typeface="Tahoma"/>
              </a:rPr>
            </a:br>
            <a:r>
              <a:rPr b="0" i="0" lang="iw-IL" sz="1800" u="none" cap="none" strike="noStrike">
                <a:solidFill>
                  <a:srgbClr val="C00000"/>
                </a:solidFill>
                <a:latin typeface="Tahoma"/>
                <a:ea typeface="Tahoma"/>
                <a:cs typeface="Tahoma"/>
                <a:sym typeface="Tahoma"/>
              </a:rPr>
              <a:t>צבאית- ללמדם תכסיסי מלחמה.</a:t>
            </a:r>
            <a:endParaRPr b="0" i="0" sz="1400" u="none" cap="none" strike="noStrike">
              <a:solidFill>
                <a:srgbClr val="000000"/>
              </a:solidFill>
              <a:latin typeface="Arial"/>
              <a:ea typeface="Arial"/>
              <a:cs typeface="Arial"/>
              <a:sym typeface="Arial"/>
            </a:endParaRPr>
          </a:p>
        </p:txBody>
      </p:sp>
      <p:cxnSp>
        <p:nvCxnSpPr>
          <p:cNvPr id="148" name="Google Shape;148;p15"/>
          <p:cNvCxnSpPr>
            <a:stCxn id="144" idx="3"/>
            <a:endCxn id="145" idx="1"/>
          </p:cNvCxnSpPr>
          <p:nvPr/>
        </p:nvCxnSpPr>
        <p:spPr>
          <a:xfrm flipH="1" rot="10800000">
            <a:off x="3785761" y="2146478"/>
            <a:ext cx="858300" cy="1516500"/>
          </a:xfrm>
          <a:prstGeom prst="straightConnector1">
            <a:avLst/>
          </a:prstGeom>
          <a:noFill/>
          <a:ln cap="flat" cmpd="sng" w="9525">
            <a:solidFill>
              <a:schemeClr val="accent1"/>
            </a:solidFill>
            <a:prstDash val="solid"/>
            <a:round/>
            <a:headEnd len="sm" w="sm" type="none"/>
            <a:tailEnd len="med" w="med" type="stealth"/>
          </a:ln>
        </p:spPr>
      </p:cxnSp>
      <p:cxnSp>
        <p:nvCxnSpPr>
          <p:cNvPr id="149" name="Google Shape;149;p15"/>
          <p:cNvCxnSpPr>
            <a:stCxn id="145" idx="2"/>
            <a:endCxn id="147" idx="0"/>
          </p:cNvCxnSpPr>
          <p:nvPr/>
        </p:nvCxnSpPr>
        <p:spPr>
          <a:xfrm>
            <a:off x="6624227" y="2808223"/>
            <a:ext cx="972000" cy="698700"/>
          </a:xfrm>
          <a:prstGeom prst="straightConnector1">
            <a:avLst/>
          </a:prstGeom>
          <a:noFill/>
          <a:ln cap="flat" cmpd="sng" w="9525">
            <a:solidFill>
              <a:schemeClr val="accent1"/>
            </a:solidFill>
            <a:prstDash val="solid"/>
            <a:round/>
            <a:headEnd len="sm" w="sm" type="none"/>
            <a:tailEnd len="med" w="med" type="stealth"/>
          </a:ln>
        </p:spPr>
      </p:cxnSp>
      <p:cxnSp>
        <p:nvCxnSpPr>
          <p:cNvPr id="150" name="Google Shape;150;p15"/>
          <p:cNvCxnSpPr>
            <a:stCxn id="145" idx="2"/>
            <a:endCxn id="146" idx="0"/>
          </p:cNvCxnSpPr>
          <p:nvPr/>
        </p:nvCxnSpPr>
        <p:spPr>
          <a:xfrm flipH="1">
            <a:off x="5074427" y="2808223"/>
            <a:ext cx="1549800" cy="735300"/>
          </a:xfrm>
          <a:prstGeom prst="straightConnector1">
            <a:avLst/>
          </a:prstGeom>
          <a:noFill/>
          <a:ln cap="flat" cmpd="sng" w="9525">
            <a:solidFill>
              <a:schemeClr val="accent1"/>
            </a:solidFill>
            <a:prstDash val="solid"/>
            <a:round/>
            <a:headEnd len="sm" w="sm" type="none"/>
            <a:tailEnd len="med" w="med" type="stealth"/>
          </a:ln>
        </p:spPr>
      </p:cxn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467544" y="188640"/>
            <a:ext cx="8229600" cy="1066800"/>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C00000"/>
              </a:buClr>
              <a:buSzPts val="3200"/>
              <a:buFont typeface="Tahoma"/>
              <a:buNone/>
            </a:pPr>
            <a:r>
              <a:rPr b="1" lang="iw-IL" sz="3200">
                <a:solidFill>
                  <a:srgbClr val="C00000"/>
                </a:solidFill>
                <a:latin typeface="Tahoma"/>
                <a:ea typeface="Tahoma"/>
                <a:cs typeface="Tahoma"/>
                <a:sym typeface="Tahoma"/>
              </a:rPr>
              <a:t>עתניאל בן קנז – השתלשלות האירועים</a:t>
            </a:r>
            <a:endParaRPr/>
          </a:p>
        </p:txBody>
      </p:sp>
      <p:grpSp>
        <p:nvGrpSpPr>
          <p:cNvPr id="156" name="Google Shape;156;p16"/>
          <p:cNvGrpSpPr/>
          <p:nvPr/>
        </p:nvGrpSpPr>
        <p:grpSpPr>
          <a:xfrm>
            <a:off x="253415" y="6093296"/>
            <a:ext cx="6467479" cy="504056"/>
            <a:chOff x="1895" y="0"/>
            <a:chExt cx="6467479" cy="504056"/>
          </a:xfrm>
        </p:grpSpPr>
        <p:sp>
          <p:nvSpPr>
            <p:cNvPr id="157" name="Google Shape;157;p16"/>
            <p:cNvSpPr/>
            <p:nvPr/>
          </p:nvSpPr>
          <p:spPr>
            <a:xfrm rot="10800000">
              <a:off x="4567732" y="0"/>
              <a:ext cx="1901642" cy="504056"/>
            </a:xfrm>
            <a:prstGeom prst="homePlate">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6"/>
            <p:cNvSpPr txBox="1"/>
            <p:nvPr/>
          </p:nvSpPr>
          <p:spPr>
            <a:xfrm>
              <a:off x="4693746" y="0"/>
              <a:ext cx="1775628" cy="504056"/>
            </a:xfrm>
            <a:prstGeom prst="rect">
              <a:avLst/>
            </a:prstGeom>
            <a:noFill/>
            <a:ln>
              <a:noFill/>
            </a:ln>
          </p:spPr>
          <p:txBody>
            <a:bodyPr anchorCtr="0" anchor="ctr" bIns="29325" lIns="14650" spcFirstLastPara="1" rIns="5865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1. העמים שנשארו בארץ</a:t>
              </a:r>
              <a:endParaRPr b="0" i="0" sz="1050" u="none" cap="none" strike="noStrike">
                <a:solidFill>
                  <a:schemeClr val="lt1"/>
                </a:solidFill>
                <a:latin typeface="Georgia"/>
                <a:ea typeface="Georgia"/>
                <a:cs typeface="Georgia"/>
                <a:sym typeface="Georgia"/>
              </a:endParaRPr>
            </a:p>
          </p:txBody>
        </p:sp>
        <p:sp>
          <p:nvSpPr>
            <p:cNvPr id="159" name="Google Shape;159;p16"/>
            <p:cNvSpPr/>
            <p:nvPr/>
          </p:nvSpPr>
          <p:spPr>
            <a:xfrm rot="10800000">
              <a:off x="3044523" y="0"/>
              <a:ext cx="1901642" cy="504056"/>
            </a:xfrm>
            <a:prstGeom prst="chevron">
              <a:avLst>
                <a:gd fmla="val 50000" name="adj"/>
              </a:avLst>
            </a:prstGeom>
            <a:solidFill>
              <a:srgbClr val="934B21"/>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6"/>
            <p:cNvSpPr txBox="1"/>
            <p:nvPr/>
          </p:nvSpPr>
          <p:spPr>
            <a:xfrm>
              <a:off x="3296551"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0" i="0" lang="iw-IL" sz="1050" u="none" cap="none" strike="noStrike">
                  <a:solidFill>
                    <a:schemeClr val="lt1"/>
                  </a:solidFill>
                  <a:latin typeface="Georgia"/>
                  <a:ea typeface="Georgia"/>
                  <a:cs typeface="Georgia"/>
                  <a:sym typeface="Georgia"/>
                </a:rPr>
                <a:t>2. עתניאל בן קנז</a:t>
              </a:r>
              <a:endParaRPr b="0" i="0" sz="1400" u="none" cap="none" strike="noStrike">
                <a:solidFill>
                  <a:srgbClr val="000000"/>
                </a:solidFill>
                <a:latin typeface="Arial"/>
                <a:ea typeface="Arial"/>
                <a:cs typeface="Arial"/>
                <a:sym typeface="Arial"/>
              </a:endParaRPr>
            </a:p>
          </p:txBody>
        </p:sp>
        <p:sp>
          <p:nvSpPr>
            <p:cNvPr id="161" name="Google Shape;161;p16"/>
            <p:cNvSpPr/>
            <p:nvPr/>
          </p:nvSpPr>
          <p:spPr>
            <a:xfrm rot="10800000">
              <a:off x="1523209"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6"/>
            <p:cNvSpPr txBox="1"/>
            <p:nvPr/>
          </p:nvSpPr>
          <p:spPr>
            <a:xfrm>
              <a:off x="1775237"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3. אהוד בן גרא</a:t>
              </a:r>
              <a:endParaRPr b="0" i="0" sz="1400" u="none" cap="none" strike="noStrike">
                <a:solidFill>
                  <a:srgbClr val="000000"/>
                </a:solidFill>
                <a:latin typeface="Arial"/>
                <a:ea typeface="Arial"/>
                <a:cs typeface="Arial"/>
                <a:sym typeface="Arial"/>
              </a:endParaRPr>
            </a:p>
          </p:txBody>
        </p:sp>
        <p:sp>
          <p:nvSpPr>
            <p:cNvPr id="163" name="Google Shape;163;p16"/>
            <p:cNvSpPr/>
            <p:nvPr/>
          </p:nvSpPr>
          <p:spPr>
            <a:xfrm rot="10800000">
              <a:off x="1895"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6"/>
            <p:cNvSpPr txBox="1"/>
            <p:nvPr/>
          </p:nvSpPr>
          <p:spPr>
            <a:xfrm>
              <a:off x="253923"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4. שמגר בן ענת</a:t>
              </a:r>
              <a:endParaRPr b="0" i="0" sz="1400" u="none" cap="none" strike="noStrike">
                <a:solidFill>
                  <a:srgbClr val="000000"/>
                </a:solidFill>
                <a:latin typeface="Arial"/>
                <a:ea typeface="Arial"/>
                <a:cs typeface="Arial"/>
                <a:sym typeface="Arial"/>
              </a:endParaRPr>
            </a:p>
          </p:txBody>
        </p:sp>
      </p:grpSp>
      <p:grpSp>
        <p:nvGrpSpPr>
          <p:cNvPr id="165" name="Google Shape;165;p16"/>
          <p:cNvGrpSpPr/>
          <p:nvPr/>
        </p:nvGrpSpPr>
        <p:grpSpPr>
          <a:xfrm>
            <a:off x="705627" y="786061"/>
            <a:ext cx="7904030" cy="4974510"/>
            <a:chOff x="183316" y="-372399"/>
            <a:chExt cx="7904030" cy="4974510"/>
          </a:xfrm>
        </p:grpSpPr>
        <p:sp>
          <p:nvSpPr>
            <p:cNvPr id="166" name="Google Shape;166;p16"/>
            <p:cNvSpPr/>
            <p:nvPr/>
          </p:nvSpPr>
          <p:spPr>
            <a:xfrm>
              <a:off x="3240361" y="-372399"/>
              <a:ext cx="1948371" cy="1959731"/>
            </a:xfrm>
            <a:prstGeom prst="ellipse">
              <a:avLst/>
            </a:prstGeom>
            <a:solidFill>
              <a:srgbClr val="DD8E8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6"/>
            <p:cNvSpPr txBox="1"/>
            <p:nvPr/>
          </p:nvSpPr>
          <p:spPr>
            <a:xfrm>
              <a:off x="3525693" y="-85403"/>
              <a:ext cx="1377707" cy="1385739"/>
            </a:xfrm>
            <a:prstGeom prst="rect">
              <a:avLst/>
            </a:prstGeom>
            <a:noFill/>
            <a:ln>
              <a:noFill/>
            </a:ln>
          </p:spPr>
          <p:txBody>
            <a:bodyPr anchorCtr="0" anchor="ctr" bIns="22850" lIns="22850" spcFirstLastPara="1" rIns="22850" wrap="square" tIns="22850">
              <a:noAutofit/>
            </a:bodyPr>
            <a:lstStyle/>
            <a:p>
              <a:pPr indent="0" lvl="0" marL="0" marR="0" rtl="1" algn="ctr">
                <a:lnSpc>
                  <a:spcPct val="90000"/>
                </a:lnSpc>
                <a:spcBef>
                  <a:spcPts val="0"/>
                </a:spcBef>
                <a:spcAft>
                  <a:spcPts val="0"/>
                </a:spcAft>
                <a:buClr>
                  <a:srgbClr val="800000"/>
                </a:buClr>
                <a:buSzPts val="1800"/>
                <a:buFont typeface="Tahoma"/>
                <a:buNone/>
              </a:pPr>
              <a:r>
                <a:rPr b="1" i="0" lang="iw-IL" sz="1800" u="none" cap="none" strike="noStrike">
                  <a:solidFill>
                    <a:srgbClr val="800000"/>
                  </a:solidFill>
                  <a:latin typeface="Tahoma"/>
                  <a:ea typeface="Tahoma"/>
                  <a:cs typeface="Tahoma"/>
                  <a:sym typeface="Tahoma"/>
                </a:rPr>
                <a:t>"ויעשו בני ישראל את הרע בעייני ה' "</a:t>
              </a:r>
              <a:endParaRPr b="0" i="0" sz="1400" u="none" cap="none" strike="noStrike">
                <a:solidFill>
                  <a:srgbClr val="000000"/>
                </a:solidFill>
                <a:latin typeface="Arial"/>
                <a:ea typeface="Arial"/>
                <a:cs typeface="Arial"/>
                <a:sym typeface="Arial"/>
              </a:endParaRPr>
            </a:p>
          </p:txBody>
        </p:sp>
        <p:sp>
          <p:nvSpPr>
            <p:cNvPr id="168" name="Google Shape;168;p16"/>
            <p:cNvSpPr/>
            <p:nvPr/>
          </p:nvSpPr>
          <p:spPr>
            <a:xfrm rot="491167">
              <a:off x="5383137" y="608049"/>
              <a:ext cx="503284"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6"/>
            <p:cNvSpPr txBox="1"/>
            <p:nvPr/>
          </p:nvSpPr>
          <p:spPr>
            <a:xfrm rot="491167">
              <a:off x="5383760" y="680837"/>
              <a:ext cx="381049"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170" name="Google Shape;170;p16"/>
            <p:cNvSpPr/>
            <p:nvPr/>
          </p:nvSpPr>
          <p:spPr>
            <a:xfrm>
              <a:off x="6109397" y="0"/>
              <a:ext cx="1977949" cy="2044638"/>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6"/>
            <p:cNvSpPr txBox="1"/>
            <p:nvPr/>
          </p:nvSpPr>
          <p:spPr>
            <a:xfrm>
              <a:off x="6399061" y="299430"/>
              <a:ext cx="1398621" cy="1445778"/>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"ויחר אף ה' בישראל וימכרם ביד כושן רשעתים"</a:t>
              </a:r>
              <a:endParaRPr b="0" i="0" sz="1400" u="none" cap="none" strike="noStrike">
                <a:solidFill>
                  <a:srgbClr val="000000"/>
                </a:solidFill>
                <a:latin typeface="Arial"/>
                <a:ea typeface="Arial"/>
                <a:cs typeface="Arial"/>
                <a:sym typeface="Arial"/>
              </a:endParaRPr>
            </a:p>
          </p:txBody>
        </p:sp>
        <p:sp>
          <p:nvSpPr>
            <p:cNvPr id="172" name="Google Shape;172;p16"/>
            <p:cNvSpPr/>
            <p:nvPr/>
          </p:nvSpPr>
          <p:spPr>
            <a:xfrm rot="5494793">
              <a:off x="6940982" y="2065521"/>
              <a:ext cx="245995"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6"/>
            <p:cNvSpPr txBox="1"/>
            <p:nvPr/>
          </p:nvSpPr>
          <p:spPr>
            <a:xfrm rot="-5305207">
              <a:off x="6978898" y="2110126"/>
              <a:ext cx="172197"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174" name="Google Shape;174;p16"/>
            <p:cNvSpPr/>
            <p:nvPr/>
          </p:nvSpPr>
          <p:spPr>
            <a:xfrm>
              <a:off x="6120671" y="2507697"/>
              <a:ext cx="1817069" cy="2044626"/>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6"/>
            <p:cNvSpPr txBox="1"/>
            <p:nvPr/>
          </p:nvSpPr>
          <p:spPr>
            <a:xfrm>
              <a:off x="6386775" y="2807126"/>
              <a:ext cx="1284861" cy="1445768"/>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"ויזעקו בני ישראל אל ה'"</a:t>
              </a:r>
              <a:endParaRPr b="0" i="0" sz="1400" u="none" cap="none" strike="noStrike">
                <a:solidFill>
                  <a:srgbClr val="000000"/>
                </a:solidFill>
                <a:latin typeface="Arial"/>
                <a:ea typeface="Arial"/>
                <a:cs typeface="Arial"/>
                <a:sym typeface="Arial"/>
              </a:endParaRPr>
            </a:p>
          </p:txBody>
        </p:sp>
        <p:sp>
          <p:nvSpPr>
            <p:cNvPr id="176" name="Google Shape;176;p16"/>
            <p:cNvSpPr/>
            <p:nvPr/>
          </p:nvSpPr>
          <p:spPr>
            <a:xfrm rot="10680882">
              <a:off x="5335158" y="3375377"/>
              <a:ext cx="555615"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6"/>
            <p:cNvSpPr txBox="1"/>
            <p:nvPr/>
          </p:nvSpPr>
          <p:spPr>
            <a:xfrm rot="-119118">
              <a:off x="5457356" y="3454750"/>
              <a:ext cx="433380"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178" name="Google Shape;178;p16"/>
            <p:cNvSpPr/>
            <p:nvPr/>
          </p:nvSpPr>
          <p:spPr>
            <a:xfrm>
              <a:off x="3393716" y="2651712"/>
              <a:ext cx="1680058" cy="1950399"/>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6"/>
            <p:cNvSpPr txBox="1"/>
            <p:nvPr/>
          </p:nvSpPr>
          <p:spPr>
            <a:xfrm>
              <a:off x="3639755" y="2937341"/>
              <a:ext cx="1187980" cy="1379141"/>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"ויקם ה' מושיע לבני ישראל ויושיעם"</a:t>
              </a:r>
              <a:endParaRPr b="0" i="0" sz="1400" u="none" cap="none" strike="noStrike">
                <a:solidFill>
                  <a:srgbClr val="000000"/>
                </a:solidFill>
                <a:latin typeface="Arial"/>
                <a:ea typeface="Arial"/>
                <a:cs typeface="Arial"/>
                <a:sym typeface="Arial"/>
              </a:endParaRPr>
            </a:p>
          </p:txBody>
        </p:sp>
        <p:sp>
          <p:nvSpPr>
            <p:cNvPr id="180" name="Google Shape;180;p16"/>
            <p:cNvSpPr/>
            <p:nvPr/>
          </p:nvSpPr>
          <p:spPr>
            <a:xfrm rot="-10636480">
              <a:off x="2582383" y="3358247"/>
              <a:ext cx="574260"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6"/>
            <p:cNvSpPr txBox="1"/>
            <p:nvPr/>
          </p:nvSpPr>
          <p:spPr>
            <a:xfrm rot="163520">
              <a:off x="2704549" y="3442643"/>
              <a:ext cx="452025"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182" name="Google Shape;182;p16"/>
            <p:cNvSpPr/>
            <p:nvPr/>
          </p:nvSpPr>
          <p:spPr>
            <a:xfrm>
              <a:off x="183316" y="2517701"/>
              <a:ext cx="2130281" cy="1934210"/>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6"/>
            <p:cNvSpPr txBox="1"/>
            <p:nvPr/>
          </p:nvSpPr>
          <p:spPr>
            <a:xfrm>
              <a:off x="495288" y="2800959"/>
              <a:ext cx="1506337" cy="1367694"/>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"ותהי עליו רוח ה' וישפוט את ישראל ויצא למלחמה ויתן ה' בידו את כושן רשעתים"</a:t>
              </a:r>
              <a:endParaRPr b="0" i="0" sz="1400" u="none" cap="none" strike="noStrike">
                <a:solidFill>
                  <a:srgbClr val="000000"/>
                </a:solidFill>
                <a:latin typeface="Arial"/>
                <a:ea typeface="Arial"/>
                <a:cs typeface="Arial"/>
                <a:sym typeface="Arial"/>
              </a:endParaRPr>
            </a:p>
          </p:txBody>
        </p:sp>
        <p:sp>
          <p:nvSpPr>
            <p:cNvPr id="184" name="Google Shape;184;p16"/>
            <p:cNvSpPr/>
            <p:nvPr/>
          </p:nvSpPr>
          <p:spPr>
            <a:xfrm rot="-4951173">
              <a:off x="1233911" y="1985744"/>
              <a:ext cx="369260"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6"/>
            <p:cNvSpPr txBox="1"/>
            <p:nvPr/>
          </p:nvSpPr>
          <p:spPr>
            <a:xfrm rot="-4951173">
              <a:off x="1282089" y="2122152"/>
              <a:ext cx="258482"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186" name="Google Shape;186;p16"/>
            <p:cNvSpPr/>
            <p:nvPr/>
          </p:nvSpPr>
          <p:spPr>
            <a:xfrm>
              <a:off x="657405" y="0"/>
              <a:ext cx="1855460" cy="1841432"/>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6"/>
            <p:cNvSpPr txBox="1"/>
            <p:nvPr/>
          </p:nvSpPr>
          <p:spPr>
            <a:xfrm>
              <a:off x="929131" y="269671"/>
              <a:ext cx="1312008" cy="1302090"/>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"וימת עתניאל בן קנז ויוסיפו בני ישראל לעשות הרע בעיני ה'"</a:t>
              </a:r>
              <a:endParaRPr b="0" i="0" sz="1400" u="none" cap="none" strike="noStrike">
                <a:solidFill>
                  <a:srgbClr val="000000"/>
                </a:solidFill>
                <a:latin typeface="Arial"/>
                <a:ea typeface="Arial"/>
                <a:cs typeface="Arial"/>
                <a:sym typeface="Arial"/>
              </a:endParaRPr>
            </a:p>
          </p:txBody>
        </p:sp>
        <p:sp>
          <p:nvSpPr>
            <p:cNvPr id="188" name="Google Shape;188;p16"/>
            <p:cNvSpPr/>
            <p:nvPr/>
          </p:nvSpPr>
          <p:spPr>
            <a:xfrm rot="-407628">
              <a:off x="2667856" y="564448"/>
              <a:ext cx="395437"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6"/>
            <p:cNvSpPr txBox="1"/>
            <p:nvPr/>
          </p:nvSpPr>
          <p:spPr>
            <a:xfrm rot="-407628">
              <a:off x="2668272" y="652955"/>
              <a:ext cx="276806"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2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7"/>
          <p:cNvSpPr txBox="1"/>
          <p:nvPr>
            <p:ph type="title"/>
          </p:nvPr>
        </p:nvSpPr>
        <p:spPr>
          <a:xfrm>
            <a:off x="484741" y="201960"/>
            <a:ext cx="8229600" cy="1066800"/>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C00000"/>
              </a:buClr>
              <a:buSzPts val="3200"/>
              <a:buFont typeface="Tahoma"/>
              <a:buNone/>
            </a:pPr>
            <a:r>
              <a:rPr b="1" lang="iw-IL" sz="3200">
                <a:solidFill>
                  <a:srgbClr val="C00000"/>
                </a:solidFill>
                <a:latin typeface="Tahoma"/>
                <a:ea typeface="Tahoma"/>
                <a:cs typeface="Tahoma"/>
                <a:sym typeface="Tahoma"/>
              </a:rPr>
              <a:t>עתניאל בן קנז</a:t>
            </a:r>
            <a:endParaRPr/>
          </a:p>
        </p:txBody>
      </p:sp>
      <p:grpSp>
        <p:nvGrpSpPr>
          <p:cNvPr id="195" name="Google Shape;195;p17"/>
          <p:cNvGrpSpPr/>
          <p:nvPr/>
        </p:nvGrpSpPr>
        <p:grpSpPr>
          <a:xfrm>
            <a:off x="253415" y="6093296"/>
            <a:ext cx="6467479" cy="504056"/>
            <a:chOff x="1895" y="0"/>
            <a:chExt cx="6467479" cy="504056"/>
          </a:xfrm>
        </p:grpSpPr>
        <p:sp>
          <p:nvSpPr>
            <p:cNvPr id="196" name="Google Shape;196;p17"/>
            <p:cNvSpPr/>
            <p:nvPr/>
          </p:nvSpPr>
          <p:spPr>
            <a:xfrm rot="10800000">
              <a:off x="4567732" y="0"/>
              <a:ext cx="1901642" cy="504056"/>
            </a:xfrm>
            <a:prstGeom prst="homePlate">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7"/>
            <p:cNvSpPr txBox="1"/>
            <p:nvPr/>
          </p:nvSpPr>
          <p:spPr>
            <a:xfrm>
              <a:off x="4693746" y="0"/>
              <a:ext cx="1775628" cy="504056"/>
            </a:xfrm>
            <a:prstGeom prst="rect">
              <a:avLst/>
            </a:prstGeom>
            <a:noFill/>
            <a:ln>
              <a:noFill/>
            </a:ln>
          </p:spPr>
          <p:txBody>
            <a:bodyPr anchorCtr="0" anchor="ctr" bIns="29325" lIns="14650" spcFirstLastPara="1" rIns="5865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1. העמים שנשארו בארץ</a:t>
              </a:r>
              <a:endParaRPr b="0" i="0" sz="1050" u="none" cap="none" strike="noStrike">
                <a:solidFill>
                  <a:schemeClr val="lt1"/>
                </a:solidFill>
                <a:latin typeface="Georgia"/>
                <a:ea typeface="Georgia"/>
                <a:cs typeface="Georgia"/>
                <a:sym typeface="Georgia"/>
              </a:endParaRPr>
            </a:p>
          </p:txBody>
        </p:sp>
        <p:sp>
          <p:nvSpPr>
            <p:cNvPr id="198" name="Google Shape;198;p17"/>
            <p:cNvSpPr/>
            <p:nvPr/>
          </p:nvSpPr>
          <p:spPr>
            <a:xfrm rot="10800000">
              <a:off x="3044523" y="0"/>
              <a:ext cx="1901642" cy="504056"/>
            </a:xfrm>
            <a:prstGeom prst="chevron">
              <a:avLst>
                <a:gd fmla="val 50000" name="adj"/>
              </a:avLst>
            </a:prstGeom>
            <a:solidFill>
              <a:srgbClr val="934B21"/>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7"/>
            <p:cNvSpPr txBox="1"/>
            <p:nvPr/>
          </p:nvSpPr>
          <p:spPr>
            <a:xfrm>
              <a:off x="3296551"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0" i="0" lang="iw-IL" sz="1050" u="none" cap="none" strike="noStrike">
                  <a:solidFill>
                    <a:schemeClr val="lt1"/>
                  </a:solidFill>
                  <a:latin typeface="Georgia"/>
                  <a:ea typeface="Georgia"/>
                  <a:cs typeface="Georgia"/>
                  <a:sym typeface="Georgia"/>
                </a:rPr>
                <a:t>2. עתניאל בן קנז</a:t>
              </a:r>
              <a:endParaRPr b="0" i="0" sz="1400" u="none" cap="none" strike="noStrike">
                <a:solidFill>
                  <a:srgbClr val="000000"/>
                </a:solidFill>
                <a:latin typeface="Arial"/>
                <a:ea typeface="Arial"/>
                <a:cs typeface="Arial"/>
                <a:sym typeface="Arial"/>
              </a:endParaRPr>
            </a:p>
          </p:txBody>
        </p:sp>
        <p:sp>
          <p:nvSpPr>
            <p:cNvPr id="200" name="Google Shape;200;p17"/>
            <p:cNvSpPr/>
            <p:nvPr/>
          </p:nvSpPr>
          <p:spPr>
            <a:xfrm rot="10800000">
              <a:off x="1523209"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7"/>
            <p:cNvSpPr txBox="1"/>
            <p:nvPr/>
          </p:nvSpPr>
          <p:spPr>
            <a:xfrm>
              <a:off x="1775237"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3. אהוד בן גרא</a:t>
              </a:r>
              <a:endParaRPr b="0" i="0" sz="1400" u="none" cap="none" strike="noStrike">
                <a:solidFill>
                  <a:srgbClr val="000000"/>
                </a:solidFill>
                <a:latin typeface="Arial"/>
                <a:ea typeface="Arial"/>
                <a:cs typeface="Arial"/>
                <a:sym typeface="Arial"/>
              </a:endParaRPr>
            </a:p>
          </p:txBody>
        </p:sp>
        <p:sp>
          <p:nvSpPr>
            <p:cNvPr id="202" name="Google Shape;202;p17"/>
            <p:cNvSpPr/>
            <p:nvPr/>
          </p:nvSpPr>
          <p:spPr>
            <a:xfrm rot="10800000">
              <a:off x="1895"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7"/>
            <p:cNvSpPr txBox="1"/>
            <p:nvPr/>
          </p:nvSpPr>
          <p:spPr>
            <a:xfrm>
              <a:off x="253923"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4. שמגר בן ענת</a:t>
              </a:r>
              <a:endParaRPr b="0" i="0" sz="1400" u="none" cap="none" strike="noStrike">
                <a:solidFill>
                  <a:srgbClr val="000000"/>
                </a:solidFill>
                <a:latin typeface="Arial"/>
                <a:ea typeface="Arial"/>
                <a:cs typeface="Arial"/>
                <a:sym typeface="Arial"/>
              </a:endParaRPr>
            </a:p>
          </p:txBody>
        </p:sp>
      </p:grpSp>
      <p:sp>
        <p:nvSpPr>
          <p:cNvPr id="204" name="Google Shape;204;p17"/>
          <p:cNvSpPr txBox="1"/>
          <p:nvPr/>
        </p:nvSpPr>
        <p:spPr>
          <a:xfrm>
            <a:off x="903655" y="1052736"/>
            <a:ext cx="7150085" cy="1584176"/>
          </a:xfrm>
          <a:prstGeom prst="rect">
            <a:avLst/>
          </a:prstGeom>
          <a:solidFill>
            <a:srgbClr val="2E511B"/>
          </a:solidFill>
          <a:ln>
            <a:noFill/>
          </a:ln>
        </p:spPr>
        <p:txBody>
          <a:bodyPr anchorCtr="0" anchor="ctr" bIns="45700" lIns="91425" spcFirstLastPara="1" rIns="91425" wrap="square" tIns="45700">
            <a:normAutofit/>
          </a:bodyPr>
          <a:lstStyle/>
          <a:p>
            <a:pPr indent="0" lvl="0" marL="0" marR="0" rtl="1" algn="ctr">
              <a:lnSpc>
                <a:spcPct val="150000"/>
              </a:lnSpc>
              <a:spcBef>
                <a:spcPts val="0"/>
              </a:spcBef>
              <a:spcAft>
                <a:spcPts val="0"/>
              </a:spcAft>
              <a:buClr>
                <a:schemeClr val="lt1"/>
              </a:buClr>
              <a:buSzPts val="2000"/>
              <a:buFont typeface="Tahoma"/>
              <a:buNone/>
            </a:pPr>
            <a:r>
              <a:rPr b="0" i="0" lang="iw-IL" sz="2000" u="none" cap="none" strike="noStrike">
                <a:solidFill>
                  <a:schemeClr val="lt1"/>
                </a:solidFill>
                <a:latin typeface="Tahoma"/>
                <a:ea typeface="Tahoma"/>
                <a:cs typeface="Tahoma"/>
                <a:sym typeface="Tahoma"/>
              </a:rPr>
              <a:t>ט</a:t>
            </a:r>
            <a:r>
              <a:rPr b="1" i="0" lang="iw-IL" sz="2000" u="none" cap="none" strike="noStrike">
                <a:solidFill>
                  <a:schemeClr val="lt1"/>
                </a:solidFill>
                <a:latin typeface="Tahoma"/>
                <a:ea typeface="Tahoma"/>
                <a:cs typeface="Tahoma"/>
                <a:sym typeface="Tahoma"/>
              </a:rPr>
              <a:t> וַיִּזְעֲקוּ בְנֵי-יִשְׂרָאֵל אֶל-יְהוָה וַיָּקֶם יְהוָה מוֹשִׁיעַ לִבְנֵי יִשְׂרָאֵל וַיֹּשִׁיעֵם אֵת עָתְנִיאֵל בֶּן-קְנַז אֲחִי כָלֵב הַקָּטֹן מִמֶּנּוּ. </a:t>
            </a:r>
            <a:br>
              <a:rPr b="1" i="0" lang="iw-IL" sz="2000" u="none" cap="none" strike="noStrike">
                <a:solidFill>
                  <a:schemeClr val="lt1"/>
                </a:solidFill>
                <a:latin typeface="Tahoma"/>
                <a:ea typeface="Tahoma"/>
                <a:cs typeface="Tahoma"/>
                <a:sym typeface="Tahoma"/>
              </a:rPr>
            </a:br>
            <a:r>
              <a:rPr b="1" i="0" lang="iw-IL" sz="2000" u="none" cap="none" strike="noStrike">
                <a:solidFill>
                  <a:schemeClr val="lt1"/>
                </a:solidFill>
                <a:latin typeface="Tahoma"/>
                <a:ea typeface="Tahoma"/>
                <a:cs typeface="Tahoma"/>
                <a:sym typeface="Tahoma"/>
              </a:rPr>
              <a:t> </a:t>
            </a:r>
            <a:r>
              <a:rPr b="0" i="0" lang="iw-IL" sz="2000" u="none" cap="none" strike="noStrike">
                <a:solidFill>
                  <a:schemeClr val="lt1"/>
                </a:solidFill>
                <a:latin typeface="Tahoma"/>
                <a:ea typeface="Tahoma"/>
                <a:cs typeface="Tahoma"/>
                <a:sym typeface="Tahoma"/>
              </a:rPr>
              <a:t>י</a:t>
            </a:r>
            <a:r>
              <a:rPr b="1" i="0" lang="iw-IL" sz="2000" u="none" cap="none" strike="noStrike">
                <a:solidFill>
                  <a:schemeClr val="lt1"/>
                </a:solidFill>
                <a:latin typeface="Tahoma"/>
                <a:ea typeface="Tahoma"/>
                <a:cs typeface="Tahoma"/>
                <a:sym typeface="Tahoma"/>
              </a:rPr>
              <a:t> וַתְּהִי עָלָיו רוּחַ-יְהוָה וַיִּשְׁפֹּט אֶת-יִשְׂרָאֵל וַיֵּצֵא לַמִּלְחָמָה ..</a:t>
            </a:r>
            <a:endParaRPr b="0" i="0" sz="1400" u="none" cap="none" strike="noStrike">
              <a:solidFill>
                <a:srgbClr val="000000"/>
              </a:solidFill>
              <a:latin typeface="Arial"/>
              <a:ea typeface="Arial"/>
              <a:cs typeface="Arial"/>
              <a:sym typeface="Arial"/>
            </a:endParaRPr>
          </a:p>
        </p:txBody>
      </p:sp>
      <p:sp>
        <p:nvSpPr>
          <p:cNvPr id="205" name="Google Shape;205;p17"/>
          <p:cNvSpPr txBox="1"/>
          <p:nvPr/>
        </p:nvSpPr>
        <p:spPr>
          <a:xfrm>
            <a:off x="136757" y="2652608"/>
            <a:ext cx="8683879" cy="3139321"/>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rgbClr val="000000"/>
              </a:buClr>
              <a:buSzPts val="1800"/>
              <a:buFont typeface="Arial"/>
              <a:buNone/>
            </a:pPr>
            <a:r>
              <a:rPr b="1" i="0" lang="iw-IL" sz="1800" u="sng" cap="none" strike="noStrike">
                <a:solidFill>
                  <a:schemeClr val="dk1"/>
                </a:solidFill>
                <a:latin typeface="Tahoma"/>
                <a:ea typeface="Tahoma"/>
                <a:cs typeface="Tahoma"/>
                <a:sym typeface="Tahoma"/>
              </a:rPr>
              <a:t>מורה נבוכים חלק ב' פרק מ"ה</a:t>
            </a:r>
            <a:endParaRPr b="0" i="0" sz="1400" u="none" cap="none" strike="noStrike">
              <a:solidFill>
                <a:srgbClr val="000000"/>
              </a:solidFill>
              <a:latin typeface="Arial"/>
              <a:ea typeface="Arial"/>
              <a:cs typeface="Arial"/>
              <a:sym typeface="Arial"/>
            </a:endParaRPr>
          </a:p>
          <a:p>
            <a:pPr indent="0" lvl="0" marL="0" marR="0" rtl="1" algn="r">
              <a:lnSpc>
                <a:spcPct val="100000"/>
              </a:lnSpc>
              <a:spcBef>
                <a:spcPts val="0"/>
              </a:spcBef>
              <a:spcAft>
                <a:spcPts val="0"/>
              </a:spcAft>
              <a:buClr>
                <a:srgbClr val="000000"/>
              </a:buClr>
              <a:buSzPts val="1800"/>
              <a:buFont typeface="Arial"/>
              <a:buNone/>
            </a:pPr>
            <a:r>
              <a:rPr b="1" i="0" lang="iw-IL" sz="1800" u="none" cap="none" strike="noStrike">
                <a:solidFill>
                  <a:schemeClr val="dk1"/>
                </a:solidFill>
                <a:latin typeface="Tahoma"/>
                <a:ea typeface="Tahoma"/>
                <a:cs typeface="Tahoma"/>
                <a:sym typeface="Tahoma"/>
              </a:rPr>
              <a:t>ואלה אשר אקראם מעלות הנבואה, לא כל מי שהוא במעלה מהן הוא נביא. אלא המעלה הראשונה והשניה הם דרגות לנבואה, ואינו נמנה מי שהגיע לדרגה מהן נביא מכלל הנביאים אשר קדם הדיבור בהם.</a:t>
            </a:r>
            <a:endParaRPr b="0" i="0" sz="1400" u="none" cap="none" strike="noStrike">
              <a:solidFill>
                <a:srgbClr val="000000"/>
              </a:solidFill>
              <a:latin typeface="Arial"/>
              <a:ea typeface="Arial"/>
              <a:cs typeface="Arial"/>
              <a:sym typeface="Arial"/>
            </a:endParaRPr>
          </a:p>
          <a:p>
            <a:pPr indent="0" lvl="0" marL="0" marR="0" rtl="1" algn="r">
              <a:lnSpc>
                <a:spcPct val="100000"/>
              </a:lnSpc>
              <a:spcBef>
                <a:spcPts val="0"/>
              </a:spcBef>
              <a:spcAft>
                <a:spcPts val="0"/>
              </a:spcAft>
              <a:buClr>
                <a:srgbClr val="000000"/>
              </a:buClr>
              <a:buSzPts val="1800"/>
              <a:buFont typeface="Arial"/>
              <a:buNone/>
            </a:pPr>
            <a:r>
              <a:rPr b="1" i="0" lang="iw-IL" sz="1800" u="none" cap="none" strike="noStrike">
                <a:solidFill>
                  <a:schemeClr val="dk1"/>
                </a:solidFill>
                <a:latin typeface="Tahoma"/>
                <a:ea typeface="Tahoma"/>
                <a:cs typeface="Tahoma"/>
                <a:sym typeface="Tahoma"/>
              </a:rPr>
              <a:t>המעלה הראשונה: </a:t>
            </a:r>
            <a:endParaRPr b="0" i="0" sz="1400" u="none" cap="none" strike="noStrike">
              <a:solidFill>
                <a:srgbClr val="000000"/>
              </a:solidFill>
              <a:latin typeface="Arial"/>
              <a:ea typeface="Arial"/>
              <a:cs typeface="Arial"/>
              <a:sym typeface="Arial"/>
            </a:endParaRPr>
          </a:p>
          <a:p>
            <a:pPr indent="0" lvl="0" marL="0" marR="0" rtl="1" algn="r">
              <a:lnSpc>
                <a:spcPct val="100000"/>
              </a:lnSpc>
              <a:spcBef>
                <a:spcPts val="0"/>
              </a:spcBef>
              <a:spcAft>
                <a:spcPts val="0"/>
              </a:spcAft>
              <a:buClr>
                <a:srgbClr val="000000"/>
              </a:buClr>
              <a:buSzPts val="1800"/>
              <a:buFont typeface="Arial"/>
              <a:buNone/>
            </a:pPr>
            <a:r>
              <a:rPr b="1" i="0" lang="iw-IL" sz="1800" u="none" cap="none" strike="noStrike">
                <a:solidFill>
                  <a:schemeClr val="dk1"/>
                </a:solidFill>
                <a:latin typeface="Tahoma"/>
                <a:ea typeface="Tahoma"/>
                <a:cs typeface="Tahoma"/>
                <a:sym typeface="Tahoma"/>
              </a:rPr>
              <a:t>תחילת מעלות הנבואה שילווה את האדם עזר אלוהי יעוררו ויזרזו לעשות טובה גדולה בעלת ערך, כגון הצלת קבוצת חסידים מידי קבוצת רשעים, או הצלת הסיד גדול, או השפעת טובה על אנשים רבים, וימצא מצד עצמו לכך התעוררות ודחיפה לפעולה, וזה נקרא רוח ה'... וזו היא דרגת כל שופטי ישראל אשר נאמר בהם באופן כללי, וכי הקים ה' להם שופטים והיה ה' עם השופט והושיעם.</a:t>
            </a:r>
            <a:endParaRPr b="0" i="0" sz="1400" u="none" cap="none" strike="noStrike">
              <a:solidFill>
                <a:srgbClr val="000000"/>
              </a:solidFill>
              <a:latin typeface="Arial"/>
              <a:ea typeface="Arial"/>
              <a:cs typeface="Arial"/>
              <a:sym typeface="Arial"/>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20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8"/>
          <p:cNvSpPr txBox="1"/>
          <p:nvPr>
            <p:ph type="title"/>
          </p:nvPr>
        </p:nvSpPr>
        <p:spPr>
          <a:xfrm>
            <a:off x="484741" y="43451"/>
            <a:ext cx="8229600" cy="936104"/>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C00000"/>
              </a:buClr>
              <a:buSzPts val="3200"/>
              <a:buFont typeface="Tahoma"/>
              <a:buNone/>
            </a:pPr>
            <a:r>
              <a:rPr b="1" lang="iw-IL" sz="3200">
                <a:solidFill>
                  <a:srgbClr val="C00000"/>
                </a:solidFill>
                <a:latin typeface="Tahoma"/>
                <a:ea typeface="Tahoma"/>
                <a:cs typeface="Tahoma"/>
                <a:sym typeface="Tahoma"/>
              </a:rPr>
              <a:t>עתניאל בן קנז</a:t>
            </a:r>
            <a:endParaRPr/>
          </a:p>
        </p:txBody>
      </p:sp>
      <p:grpSp>
        <p:nvGrpSpPr>
          <p:cNvPr id="211" name="Google Shape;211;p18"/>
          <p:cNvGrpSpPr/>
          <p:nvPr/>
        </p:nvGrpSpPr>
        <p:grpSpPr>
          <a:xfrm>
            <a:off x="253415" y="6093296"/>
            <a:ext cx="6467479" cy="504056"/>
            <a:chOff x="1895" y="0"/>
            <a:chExt cx="6467479" cy="504056"/>
          </a:xfrm>
        </p:grpSpPr>
        <p:sp>
          <p:nvSpPr>
            <p:cNvPr id="212" name="Google Shape;212;p18"/>
            <p:cNvSpPr/>
            <p:nvPr/>
          </p:nvSpPr>
          <p:spPr>
            <a:xfrm rot="10800000">
              <a:off x="4567732" y="0"/>
              <a:ext cx="1901642" cy="504056"/>
            </a:xfrm>
            <a:prstGeom prst="homePlate">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8"/>
            <p:cNvSpPr txBox="1"/>
            <p:nvPr/>
          </p:nvSpPr>
          <p:spPr>
            <a:xfrm>
              <a:off x="4693746" y="0"/>
              <a:ext cx="1775628" cy="504056"/>
            </a:xfrm>
            <a:prstGeom prst="rect">
              <a:avLst/>
            </a:prstGeom>
            <a:noFill/>
            <a:ln>
              <a:noFill/>
            </a:ln>
          </p:spPr>
          <p:txBody>
            <a:bodyPr anchorCtr="0" anchor="ctr" bIns="29325" lIns="14650" spcFirstLastPara="1" rIns="5865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1. העמים שנשארו בארץ</a:t>
              </a:r>
              <a:endParaRPr b="0" i="0" sz="1050" u="none" cap="none" strike="noStrike">
                <a:solidFill>
                  <a:schemeClr val="lt1"/>
                </a:solidFill>
                <a:latin typeface="Georgia"/>
                <a:ea typeface="Georgia"/>
                <a:cs typeface="Georgia"/>
                <a:sym typeface="Georgia"/>
              </a:endParaRPr>
            </a:p>
          </p:txBody>
        </p:sp>
        <p:sp>
          <p:nvSpPr>
            <p:cNvPr id="214" name="Google Shape;214;p18"/>
            <p:cNvSpPr/>
            <p:nvPr/>
          </p:nvSpPr>
          <p:spPr>
            <a:xfrm rot="10800000">
              <a:off x="3044523" y="0"/>
              <a:ext cx="1901642" cy="504056"/>
            </a:xfrm>
            <a:prstGeom prst="chevron">
              <a:avLst>
                <a:gd fmla="val 50000" name="adj"/>
              </a:avLst>
            </a:prstGeom>
            <a:solidFill>
              <a:srgbClr val="934B21"/>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8"/>
            <p:cNvSpPr txBox="1"/>
            <p:nvPr/>
          </p:nvSpPr>
          <p:spPr>
            <a:xfrm>
              <a:off x="3296551"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0" i="0" lang="iw-IL" sz="1050" u="none" cap="none" strike="noStrike">
                  <a:solidFill>
                    <a:schemeClr val="lt1"/>
                  </a:solidFill>
                  <a:latin typeface="Georgia"/>
                  <a:ea typeface="Georgia"/>
                  <a:cs typeface="Georgia"/>
                  <a:sym typeface="Georgia"/>
                </a:rPr>
                <a:t>2. עתניאל בן קנז</a:t>
              </a:r>
              <a:endParaRPr b="0" i="0" sz="1400" u="none" cap="none" strike="noStrike">
                <a:solidFill>
                  <a:srgbClr val="000000"/>
                </a:solidFill>
                <a:latin typeface="Arial"/>
                <a:ea typeface="Arial"/>
                <a:cs typeface="Arial"/>
                <a:sym typeface="Arial"/>
              </a:endParaRPr>
            </a:p>
          </p:txBody>
        </p:sp>
        <p:sp>
          <p:nvSpPr>
            <p:cNvPr id="216" name="Google Shape;216;p18"/>
            <p:cNvSpPr/>
            <p:nvPr/>
          </p:nvSpPr>
          <p:spPr>
            <a:xfrm rot="10800000">
              <a:off x="1523209"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8"/>
            <p:cNvSpPr txBox="1"/>
            <p:nvPr/>
          </p:nvSpPr>
          <p:spPr>
            <a:xfrm>
              <a:off x="1775237"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3. אהוד בן גרא</a:t>
              </a:r>
              <a:endParaRPr b="0" i="0" sz="1400" u="none" cap="none" strike="noStrike">
                <a:solidFill>
                  <a:srgbClr val="000000"/>
                </a:solidFill>
                <a:latin typeface="Arial"/>
                <a:ea typeface="Arial"/>
                <a:cs typeface="Arial"/>
                <a:sym typeface="Arial"/>
              </a:endParaRPr>
            </a:p>
          </p:txBody>
        </p:sp>
        <p:sp>
          <p:nvSpPr>
            <p:cNvPr id="218" name="Google Shape;218;p18"/>
            <p:cNvSpPr/>
            <p:nvPr/>
          </p:nvSpPr>
          <p:spPr>
            <a:xfrm rot="10800000">
              <a:off x="1895"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8"/>
            <p:cNvSpPr txBox="1"/>
            <p:nvPr/>
          </p:nvSpPr>
          <p:spPr>
            <a:xfrm>
              <a:off x="253923"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4. שמגר בן ענת</a:t>
              </a:r>
              <a:endParaRPr b="0" i="0" sz="1400" u="none" cap="none" strike="noStrike">
                <a:solidFill>
                  <a:srgbClr val="000000"/>
                </a:solidFill>
                <a:latin typeface="Arial"/>
                <a:ea typeface="Arial"/>
                <a:cs typeface="Arial"/>
                <a:sym typeface="Arial"/>
              </a:endParaRPr>
            </a:p>
          </p:txBody>
        </p:sp>
      </p:grpSp>
      <p:sp>
        <p:nvSpPr>
          <p:cNvPr id="220" name="Google Shape;220;p18"/>
          <p:cNvSpPr txBox="1"/>
          <p:nvPr/>
        </p:nvSpPr>
        <p:spPr>
          <a:xfrm>
            <a:off x="484741" y="764704"/>
            <a:ext cx="7920880" cy="2016224"/>
          </a:xfrm>
          <a:prstGeom prst="rect">
            <a:avLst/>
          </a:prstGeom>
          <a:solidFill>
            <a:srgbClr val="2E511B"/>
          </a:solidFill>
          <a:ln>
            <a:noFill/>
          </a:ln>
        </p:spPr>
        <p:txBody>
          <a:bodyPr anchorCtr="0" anchor="ctr" bIns="45700" lIns="91425" spcFirstLastPara="1" rIns="91425" wrap="square" tIns="45700">
            <a:normAutofit/>
          </a:bodyPr>
          <a:lstStyle/>
          <a:p>
            <a:pPr indent="0" lvl="0" marL="0" marR="0" rtl="1" algn="ctr">
              <a:lnSpc>
                <a:spcPct val="150000"/>
              </a:lnSpc>
              <a:spcBef>
                <a:spcPts val="0"/>
              </a:spcBef>
              <a:spcAft>
                <a:spcPts val="0"/>
              </a:spcAft>
              <a:buClr>
                <a:schemeClr val="lt1"/>
              </a:buClr>
              <a:buSzPts val="2240"/>
              <a:buFont typeface="Tahoma"/>
              <a:buNone/>
            </a:pPr>
            <a:r>
              <a:rPr b="0" i="0" lang="iw-IL" sz="2240" u="none" cap="none" strike="noStrike">
                <a:solidFill>
                  <a:schemeClr val="lt1"/>
                </a:solidFill>
                <a:latin typeface="Tahoma"/>
                <a:ea typeface="Tahoma"/>
                <a:cs typeface="Tahoma"/>
                <a:sym typeface="Tahoma"/>
              </a:rPr>
              <a:t>ט</a:t>
            </a:r>
            <a:r>
              <a:rPr b="1" i="0" lang="iw-IL" sz="2240" u="none" cap="none" strike="noStrike">
                <a:solidFill>
                  <a:schemeClr val="lt1"/>
                </a:solidFill>
                <a:latin typeface="Tahoma"/>
                <a:ea typeface="Tahoma"/>
                <a:cs typeface="Tahoma"/>
                <a:sym typeface="Tahoma"/>
              </a:rPr>
              <a:t> וַיִּזְעֲקוּ בְנֵי-יִשְׂרָאֵל אֶל-יְהוָה וַיָּקֶם יְהוָה מוֹשִׁיעַ לִבְנֵי יִשְׂרָאֵל וַיֹּשִׁיעֵם אֵת עָתְנִיאֵל בֶּן-קְנַז אֲחִי כָלֵב הַקָּטֹן מִמֶּנּוּ. </a:t>
            </a:r>
            <a:br>
              <a:rPr b="1" i="0" lang="iw-IL" sz="2240" u="none" cap="none" strike="noStrike">
                <a:solidFill>
                  <a:schemeClr val="lt1"/>
                </a:solidFill>
                <a:latin typeface="Tahoma"/>
                <a:ea typeface="Tahoma"/>
                <a:cs typeface="Tahoma"/>
                <a:sym typeface="Tahoma"/>
              </a:rPr>
            </a:br>
            <a:r>
              <a:rPr b="1" i="0" lang="iw-IL" sz="2240" u="none" cap="none" strike="noStrike">
                <a:solidFill>
                  <a:schemeClr val="lt1"/>
                </a:solidFill>
                <a:latin typeface="Tahoma"/>
                <a:ea typeface="Tahoma"/>
                <a:cs typeface="Tahoma"/>
                <a:sym typeface="Tahoma"/>
              </a:rPr>
              <a:t> </a:t>
            </a:r>
            <a:r>
              <a:rPr b="0" i="0" lang="iw-IL" sz="2240" u="none" cap="none" strike="noStrike">
                <a:solidFill>
                  <a:schemeClr val="lt1"/>
                </a:solidFill>
                <a:latin typeface="Tahoma"/>
                <a:ea typeface="Tahoma"/>
                <a:cs typeface="Tahoma"/>
                <a:sym typeface="Tahoma"/>
              </a:rPr>
              <a:t>י</a:t>
            </a:r>
            <a:r>
              <a:rPr b="1" i="0" lang="iw-IL" sz="2240" u="none" cap="none" strike="noStrike">
                <a:solidFill>
                  <a:schemeClr val="lt1"/>
                </a:solidFill>
                <a:latin typeface="Tahoma"/>
                <a:ea typeface="Tahoma"/>
                <a:cs typeface="Tahoma"/>
                <a:sym typeface="Tahoma"/>
              </a:rPr>
              <a:t> וַתְּהִי עָלָיו רוּחַ-יְהוָה וַיִּשְׁפֹּט אֶת-יִשְׂרָאֵל וַיֵּצֵא לַמִּלְחָמָה ..</a:t>
            </a:r>
            <a:endParaRPr b="0" i="0" sz="1400" u="none" cap="none" strike="noStrike">
              <a:solidFill>
                <a:srgbClr val="000000"/>
              </a:solidFill>
              <a:latin typeface="Arial"/>
              <a:ea typeface="Arial"/>
              <a:cs typeface="Arial"/>
              <a:sym typeface="Arial"/>
            </a:endParaRPr>
          </a:p>
        </p:txBody>
      </p:sp>
      <p:sp>
        <p:nvSpPr>
          <p:cNvPr id="221" name="Google Shape;221;p18"/>
          <p:cNvSpPr txBox="1"/>
          <p:nvPr/>
        </p:nvSpPr>
        <p:spPr>
          <a:xfrm>
            <a:off x="3486207" y="2860762"/>
            <a:ext cx="3636600" cy="3140100"/>
          </a:xfrm>
          <a:prstGeom prst="rect">
            <a:avLst/>
          </a:prstGeom>
          <a:solidFill>
            <a:schemeClr val="lt1"/>
          </a:solidFill>
          <a:ln>
            <a:noFill/>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rgbClr val="000000"/>
              </a:buClr>
              <a:buSzPts val="1800"/>
              <a:buFont typeface="Arial"/>
              <a:buNone/>
            </a:pPr>
            <a:r>
              <a:rPr b="0" i="0" lang="iw-IL" sz="1800" u="sng" cap="none" strike="noStrike">
                <a:solidFill>
                  <a:schemeClr val="dk1"/>
                </a:solidFill>
                <a:latin typeface="Tahoma"/>
                <a:ea typeface="Tahoma"/>
                <a:cs typeface="Tahoma"/>
                <a:sym typeface="Tahoma"/>
              </a:rPr>
              <a:t>רש"י</a:t>
            </a:r>
            <a:r>
              <a:rPr b="1" i="0" lang="iw-IL" sz="1800" u="none" cap="none" strike="noStrike">
                <a:solidFill>
                  <a:schemeClr val="dk1"/>
                </a:solidFill>
                <a:latin typeface="Tahoma"/>
                <a:ea typeface="Tahoma"/>
                <a:cs typeface="Tahoma"/>
                <a:sym typeface="Tahoma"/>
              </a:rPr>
              <a:t>: ותהי עליו רוח ה' - דרש רבי תנחומא (מדרש תנחומא שמות כ), נסתכל בהם, שאמר הקדוש ברוך הוא למשה במצרים (שמות ג ז), ראה ראיתי את עני עמי, מה הן שתי ראיות הללו, אמר לו, רואה אני שעתידין לטעות בעגל, ואף על פי כן ראיתי את עני עמי: זו דרש עתניאל, אמר, בין זכים בין חייבים, עליו להושיעם</a:t>
            </a:r>
            <a:r>
              <a:rPr b="0" i="0" lang="iw-IL" sz="1800" u="none" cap="none" strike="noStrike">
                <a:solidFill>
                  <a:schemeClr val="dk1"/>
                </a:solidFill>
                <a:latin typeface="Tahoma"/>
                <a:ea typeface="Tahoma"/>
                <a:cs typeface="Tahoma"/>
                <a:sym typeface="Tahoma"/>
              </a:rPr>
              <a:t>.</a:t>
            </a:r>
            <a:endParaRPr b="1" i="0" sz="1800" u="none" cap="none" strike="noStrike">
              <a:solidFill>
                <a:schemeClr val="dk1"/>
              </a:solidFill>
              <a:latin typeface="Tahoma"/>
              <a:ea typeface="Tahoma"/>
              <a:cs typeface="Tahoma"/>
              <a:sym typeface="Tahoma"/>
            </a:endParaRPr>
          </a:p>
        </p:txBody>
      </p:sp>
      <p:sp>
        <p:nvSpPr>
          <p:cNvPr id="222" name="Google Shape;222;p18"/>
          <p:cNvSpPr/>
          <p:nvPr/>
        </p:nvSpPr>
        <p:spPr>
          <a:xfrm rot="10800000">
            <a:off x="2483768" y="3861047"/>
            <a:ext cx="849244" cy="720079"/>
          </a:xfrm>
          <a:prstGeom prst="rightArrow">
            <a:avLst>
              <a:gd fmla="val 50000" name="adj1"/>
              <a:gd fmla="val 50000" name="adj2"/>
            </a:avLst>
          </a:prstGeom>
          <a:solidFill>
            <a:schemeClr val="accent1"/>
          </a:solidFill>
          <a:ln cap="flat" cmpd="sng" w="19050">
            <a:solidFill>
              <a:srgbClr val="3C3D64"/>
            </a:solidFill>
            <a:prstDash val="solid"/>
            <a:round/>
            <a:headEnd len="sm" w="sm" type="none"/>
            <a:tailEnd len="sm" w="sm" type="none"/>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23" name="Google Shape;223;p18"/>
          <p:cNvSpPr txBox="1"/>
          <p:nvPr/>
        </p:nvSpPr>
        <p:spPr>
          <a:xfrm>
            <a:off x="1115616" y="3226040"/>
            <a:ext cx="1238988" cy="2062103"/>
          </a:xfrm>
          <a:prstGeom prst="rect">
            <a:avLst/>
          </a:prstGeom>
          <a:solidFill>
            <a:srgbClr val="CCAF92"/>
          </a:solidFill>
          <a:ln>
            <a:noFill/>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rgbClr val="000000"/>
              </a:buClr>
              <a:buSzPts val="1600"/>
              <a:buFont typeface="Arial"/>
              <a:buNone/>
            </a:pPr>
            <a:r>
              <a:rPr b="0" i="0" lang="iw-IL" sz="1600" u="none" cap="none" strike="noStrike">
                <a:solidFill>
                  <a:schemeClr val="dk1"/>
                </a:solidFill>
                <a:latin typeface="Tahoma"/>
                <a:ea typeface="Tahoma"/>
                <a:cs typeface="Tahoma"/>
                <a:sym typeface="Tahoma"/>
              </a:rPr>
              <a:t>מתוך הבנה עצמית לימוד זכות על עם ישראל והחלטה להילחם למענם</a:t>
            </a:r>
            <a:endParaRPr b="0" i="0" sz="1400" u="none" cap="none" strike="noStrike">
              <a:solidFill>
                <a:srgbClr val="000000"/>
              </a:solidFill>
              <a:latin typeface="Arial"/>
              <a:ea typeface="Arial"/>
              <a:cs typeface="Arial"/>
              <a:sym typeface="Arial"/>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822"/>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500"/>
                                        <p:tgtEl>
                                          <p:spTgt spid="2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500"/>
                                        <p:tgtEl>
                                          <p:spTgt spid="22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9"/>
          <p:cNvSpPr txBox="1"/>
          <p:nvPr>
            <p:ph type="title"/>
          </p:nvPr>
        </p:nvSpPr>
        <p:spPr>
          <a:xfrm>
            <a:off x="395536" y="260648"/>
            <a:ext cx="8301608" cy="792088"/>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AC0000"/>
              </a:buClr>
              <a:buSzPts val="3200"/>
              <a:buFont typeface="Tahoma"/>
              <a:buNone/>
            </a:pPr>
            <a:r>
              <a:rPr b="1" lang="iw-IL" sz="3200">
                <a:solidFill>
                  <a:srgbClr val="AC0000"/>
                </a:solidFill>
                <a:latin typeface="Tahoma"/>
                <a:ea typeface="Tahoma"/>
                <a:cs typeface="Tahoma"/>
                <a:sym typeface="Tahoma"/>
              </a:rPr>
              <a:t>אהוד בן גרא- השתלשלות האירועים</a:t>
            </a:r>
            <a:endParaRPr/>
          </a:p>
        </p:txBody>
      </p:sp>
      <p:grpSp>
        <p:nvGrpSpPr>
          <p:cNvPr id="229" name="Google Shape;229;p19"/>
          <p:cNvGrpSpPr/>
          <p:nvPr/>
        </p:nvGrpSpPr>
        <p:grpSpPr>
          <a:xfrm>
            <a:off x="253415" y="6093296"/>
            <a:ext cx="6467479" cy="504056"/>
            <a:chOff x="1895" y="0"/>
            <a:chExt cx="6467479" cy="504056"/>
          </a:xfrm>
        </p:grpSpPr>
        <p:sp>
          <p:nvSpPr>
            <p:cNvPr id="230" name="Google Shape;230;p19"/>
            <p:cNvSpPr/>
            <p:nvPr/>
          </p:nvSpPr>
          <p:spPr>
            <a:xfrm rot="10800000">
              <a:off x="4567732" y="0"/>
              <a:ext cx="1901642" cy="504056"/>
            </a:xfrm>
            <a:prstGeom prst="homePlate">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9"/>
            <p:cNvSpPr txBox="1"/>
            <p:nvPr/>
          </p:nvSpPr>
          <p:spPr>
            <a:xfrm>
              <a:off x="4693746" y="0"/>
              <a:ext cx="1775628" cy="504056"/>
            </a:xfrm>
            <a:prstGeom prst="rect">
              <a:avLst/>
            </a:prstGeom>
            <a:noFill/>
            <a:ln>
              <a:noFill/>
            </a:ln>
          </p:spPr>
          <p:txBody>
            <a:bodyPr anchorCtr="0" anchor="ctr" bIns="29325" lIns="14650" spcFirstLastPara="1" rIns="5865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1. העמים שנשארו בארץ</a:t>
              </a:r>
              <a:endParaRPr b="0" i="0" sz="1050" u="none" cap="none" strike="noStrike">
                <a:solidFill>
                  <a:schemeClr val="lt1"/>
                </a:solidFill>
                <a:latin typeface="Georgia"/>
                <a:ea typeface="Georgia"/>
                <a:cs typeface="Georgia"/>
                <a:sym typeface="Georgia"/>
              </a:endParaRPr>
            </a:p>
          </p:txBody>
        </p:sp>
        <p:sp>
          <p:nvSpPr>
            <p:cNvPr id="232" name="Google Shape;232;p19"/>
            <p:cNvSpPr/>
            <p:nvPr/>
          </p:nvSpPr>
          <p:spPr>
            <a:xfrm rot="10800000">
              <a:off x="3044523"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9"/>
            <p:cNvSpPr txBox="1"/>
            <p:nvPr/>
          </p:nvSpPr>
          <p:spPr>
            <a:xfrm>
              <a:off x="3296551"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0" i="0" lang="iw-IL" sz="1050" u="none" cap="none" strike="noStrike">
                  <a:solidFill>
                    <a:schemeClr val="lt1"/>
                  </a:solidFill>
                  <a:latin typeface="Georgia"/>
                  <a:ea typeface="Georgia"/>
                  <a:cs typeface="Georgia"/>
                  <a:sym typeface="Georgia"/>
                </a:rPr>
                <a:t>2. עתניאל בן קנז</a:t>
              </a:r>
              <a:endParaRPr b="0" i="0" sz="1400" u="none" cap="none" strike="noStrike">
                <a:solidFill>
                  <a:srgbClr val="000000"/>
                </a:solidFill>
                <a:latin typeface="Arial"/>
                <a:ea typeface="Arial"/>
                <a:cs typeface="Arial"/>
                <a:sym typeface="Arial"/>
              </a:endParaRPr>
            </a:p>
          </p:txBody>
        </p:sp>
        <p:sp>
          <p:nvSpPr>
            <p:cNvPr id="234" name="Google Shape;234;p19"/>
            <p:cNvSpPr/>
            <p:nvPr/>
          </p:nvSpPr>
          <p:spPr>
            <a:xfrm rot="10800000">
              <a:off x="1523209" y="0"/>
              <a:ext cx="1901642" cy="504056"/>
            </a:xfrm>
            <a:prstGeom prst="chevron">
              <a:avLst>
                <a:gd fmla="val 50000" name="adj"/>
              </a:avLst>
            </a:prstGeom>
            <a:solidFill>
              <a:srgbClr val="934B21"/>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9"/>
            <p:cNvSpPr txBox="1"/>
            <p:nvPr/>
          </p:nvSpPr>
          <p:spPr>
            <a:xfrm>
              <a:off x="1775237"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3. אהוד בן גרא</a:t>
              </a:r>
              <a:endParaRPr b="0" i="0" sz="1400" u="none" cap="none" strike="noStrike">
                <a:solidFill>
                  <a:srgbClr val="000000"/>
                </a:solidFill>
                <a:latin typeface="Arial"/>
                <a:ea typeface="Arial"/>
                <a:cs typeface="Arial"/>
                <a:sym typeface="Arial"/>
              </a:endParaRPr>
            </a:p>
          </p:txBody>
        </p:sp>
        <p:sp>
          <p:nvSpPr>
            <p:cNvPr id="236" name="Google Shape;236;p19"/>
            <p:cNvSpPr/>
            <p:nvPr/>
          </p:nvSpPr>
          <p:spPr>
            <a:xfrm rot="10800000">
              <a:off x="1895"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9"/>
            <p:cNvSpPr txBox="1"/>
            <p:nvPr/>
          </p:nvSpPr>
          <p:spPr>
            <a:xfrm>
              <a:off x="253923"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4. שמגר בן ענת</a:t>
              </a:r>
              <a:endParaRPr b="0" i="0" sz="1400" u="none" cap="none" strike="noStrike">
                <a:solidFill>
                  <a:srgbClr val="000000"/>
                </a:solidFill>
                <a:latin typeface="Arial"/>
                <a:ea typeface="Arial"/>
                <a:cs typeface="Arial"/>
                <a:sym typeface="Arial"/>
              </a:endParaRPr>
            </a:p>
          </p:txBody>
        </p:sp>
      </p:grpSp>
      <p:grpSp>
        <p:nvGrpSpPr>
          <p:cNvPr id="238" name="Google Shape;238;p19"/>
          <p:cNvGrpSpPr/>
          <p:nvPr/>
        </p:nvGrpSpPr>
        <p:grpSpPr>
          <a:xfrm>
            <a:off x="827574" y="1024601"/>
            <a:ext cx="7545633" cy="4974510"/>
            <a:chOff x="504046" y="-372399"/>
            <a:chExt cx="7545633" cy="4974510"/>
          </a:xfrm>
        </p:grpSpPr>
        <p:sp>
          <p:nvSpPr>
            <p:cNvPr id="239" name="Google Shape;239;p19"/>
            <p:cNvSpPr/>
            <p:nvPr/>
          </p:nvSpPr>
          <p:spPr>
            <a:xfrm>
              <a:off x="3202694" y="-372399"/>
              <a:ext cx="1948371" cy="1959731"/>
            </a:xfrm>
            <a:prstGeom prst="ellipse">
              <a:avLst/>
            </a:prstGeom>
            <a:solidFill>
              <a:srgbClr val="DD8E8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9"/>
            <p:cNvSpPr txBox="1"/>
            <p:nvPr/>
          </p:nvSpPr>
          <p:spPr>
            <a:xfrm>
              <a:off x="3488026" y="-85403"/>
              <a:ext cx="1377707" cy="1385739"/>
            </a:xfrm>
            <a:prstGeom prst="rect">
              <a:avLst/>
            </a:prstGeom>
            <a:noFill/>
            <a:ln>
              <a:noFill/>
            </a:ln>
          </p:spPr>
          <p:txBody>
            <a:bodyPr anchorCtr="0" anchor="ctr" bIns="22850" lIns="22850" spcFirstLastPara="1" rIns="22850" wrap="square" tIns="22850">
              <a:noAutofit/>
            </a:bodyPr>
            <a:lstStyle/>
            <a:p>
              <a:pPr indent="0" lvl="0" marL="0" marR="0" rtl="1" algn="ctr">
                <a:lnSpc>
                  <a:spcPct val="90000"/>
                </a:lnSpc>
                <a:spcBef>
                  <a:spcPts val="0"/>
                </a:spcBef>
                <a:spcAft>
                  <a:spcPts val="0"/>
                </a:spcAft>
                <a:buClr>
                  <a:srgbClr val="800000"/>
                </a:buClr>
                <a:buSzPts val="1800"/>
                <a:buFont typeface="Tahoma"/>
                <a:buNone/>
              </a:pPr>
              <a:r>
                <a:rPr b="1" i="0" lang="iw-IL" sz="1800" u="none" cap="none" strike="noStrike">
                  <a:solidFill>
                    <a:srgbClr val="800000"/>
                  </a:solidFill>
                  <a:latin typeface="Tahoma"/>
                  <a:ea typeface="Tahoma"/>
                  <a:cs typeface="Tahoma"/>
                  <a:sym typeface="Tahoma"/>
                </a:rPr>
                <a:t>"ויוסיפו בני ישראל לעשות הרע בעייני ה' "</a:t>
              </a:r>
              <a:endParaRPr b="0" i="0" sz="1400" u="none" cap="none" strike="noStrike">
                <a:solidFill>
                  <a:srgbClr val="000000"/>
                </a:solidFill>
                <a:latin typeface="Arial"/>
                <a:ea typeface="Arial"/>
                <a:cs typeface="Arial"/>
                <a:sym typeface="Arial"/>
              </a:endParaRPr>
            </a:p>
          </p:txBody>
        </p:sp>
        <p:sp>
          <p:nvSpPr>
            <p:cNvPr id="241" name="Google Shape;241;p19"/>
            <p:cNvSpPr/>
            <p:nvPr/>
          </p:nvSpPr>
          <p:spPr>
            <a:xfrm rot="491167">
              <a:off x="5345470" y="608049"/>
              <a:ext cx="503284"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9"/>
            <p:cNvSpPr txBox="1"/>
            <p:nvPr/>
          </p:nvSpPr>
          <p:spPr>
            <a:xfrm rot="491167">
              <a:off x="5346093" y="680837"/>
              <a:ext cx="381049"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243" name="Google Shape;243;p19"/>
            <p:cNvSpPr/>
            <p:nvPr/>
          </p:nvSpPr>
          <p:spPr>
            <a:xfrm>
              <a:off x="6071730" y="0"/>
              <a:ext cx="1977949" cy="2044638"/>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9"/>
            <p:cNvSpPr txBox="1"/>
            <p:nvPr/>
          </p:nvSpPr>
          <p:spPr>
            <a:xfrm>
              <a:off x="6361394" y="299430"/>
              <a:ext cx="1398621" cy="1445778"/>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"ויחזק ה' את עגלון מלך מואב על ישראל על כי עשו את הרע בעיני ה'"</a:t>
              </a:r>
              <a:endParaRPr b="0" i="0" sz="1400" u="none" cap="none" strike="noStrike">
                <a:solidFill>
                  <a:srgbClr val="000000"/>
                </a:solidFill>
                <a:latin typeface="Arial"/>
                <a:ea typeface="Arial"/>
                <a:cs typeface="Arial"/>
                <a:sym typeface="Arial"/>
              </a:endParaRPr>
            </a:p>
          </p:txBody>
        </p:sp>
        <p:sp>
          <p:nvSpPr>
            <p:cNvPr id="245" name="Google Shape;245;p19"/>
            <p:cNvSpPr/>
            <p:nvPr/>
          </p:nvSpPr>
          <p:spPr>
            <a:xfrm rot="5494793">
              <a:off x="6903315" y="2065521"/>
              <a:ext cx="245995"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9"/>
            <p:cNvSpPr txBox="1"/>
            <p:nvPr/>
          </p:nvSpPr>
          <p:spPr>
            <a:xfrm rot="-5305207">
              <a:off x="6941231" y="2110126"/>
              <a:ext cx="172197"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247" name="Google Shape;247;p19"/>
            <p:cNvSpPr/>
            <p:nvPr/>
          </p:nvSpPr>
          <p:spPr>
            <a:xfrm>
              <a:off x="6083005" y="2507697"/>
              <a:ext cx="1817069" cy="2044626"/>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9"/>
            <p:cNvSpPr txBox="1"/>
            <p:nvPr/>
          </p:nvSpPr>
          <p:spPr>
            <a:xfrm>
              <a:off x="6349109" y="2807126"/>
              <a:ext cx="1284861" cy="1445768"/>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"ויעבדו בני ישראל את עגלון מלך מואב..ויעזקו אל ה'"</a:t>
              </a:r>
              <a:endParaRPr b="0" i="0" sz="1400" u="none" cap="none" strike="noStrike">
                <a:solidFill>
                  <a:srgbClr val="000000"/>
                </a:solidFill>
                <a:latin typeface="Arial"/>
                <a:ea typeface="Arial"/>
                <a:cs typeface="Arial"/>
                <a:sym typeface="Arial"/>
              </a:endParaRPr>
            </a:p>
          </p:txBody>
        </p:sp>
        <p:sp>
          <p:nvSpPr>
            <p:cNvPr id="249" name="Google Shape;249;p19"/>
            <p:cNvSpPr/>
            <p:nvPr/>
          </p:nvSpPr>
          <p:spPr>
            <a:xfrm rot="10680882">
              <a:off x="5297492" y="3375377"/>
              <a:ext cx="555615"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9"/>
            <p:cNvSpPr txBox="1"/>
            <p:nvPr/>
          </p:nvSpPr>
          <p:spPr>
            <a:xfrm rot="-119118">
              <a:off x="5419690" y="3454750"/>
              <a:ext cx="433380"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251" name="Google Shape;251;p19"/>
            <p:cNvSpPr/>
            <p:nvPr/>
          </p:nvSpPr>
          <p:spPr>
            <a:xfrm>
              <a:off x="3356049" y="2651712"/>
              <a:ext cx="1680058" cy="1950399"/>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9"/>
            <p:cNvSpPr txBox="1"/>
            <p:nvPr/>
          </p:nvSpPr>
          <p:spPr>
            <a:xfrm>
              <a:off x="3602088" y="2937341"/>
              <a:ext cx="1187980" cy="1379141"/>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"ויקם ה' להם מושיע את אהוד בן גרא"</a:t>
              </a:r>
              <a:endParaRPr b="0" i="0" sz="1400" u="none" cap="none" strike="noStrike">
                <a:solidFill>
                  <a:srgbClr val="000000"/>
                </a:solidFill>
                <a:latin typeface="Arial"/>
                <a:ea typeface="Arial"/>
                <a:cs typeface="Arial"/>
                <a:sym typeface="Arial"/>
              </a:endParaRPr>
            </a:p>
          </p:txBody>
        </p:sp>
        <p:sp>
          <p:nvSpPr>
            <p:cNvPr id="253" name="Google Shape;253;p19"/>
            <p:cNvSpPr/>
            <p:nvPr/>
          </p:nvSpPr>
          <p:spPr>
            <a:xfrm rot="-10419114">
              <a:off x="2696868" y="3282564"/>
              <a:ext cx="470393"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9"/>
            <p:cNvSpPr txBox="1"/>
            <p:nvPr/>
          </p:nvSpPr>
          <p:spPr>
            <a:xfrm rot="380886">
              <a:off x="2818728" y="3370812"/>
              <a:ext cx="348158"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sp>
          <p:nvSpPr>
            <p:cNvPr id="255" name="Google Shape;255;p19"/>
            <p:cNvSpPr/>
            <p:nvPr/>
          </p:nvSpPr>
          <p:spPr>
            <a:xfrm>
              <a:off x="504046" y="2320030"/>
              <a:ext cx="1979615" cy="2012513"/>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9"/>
            <p:cNvSpPr txBox="1"/>
            <p:nvPr/>
          </p:nvSpPr>
          <p:spPr>
            <a:xfrm>
              <a:off x="793954" y="2614756"/>
              <a:ext cx="1399799" cy="1423061"/>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"ויעש לו אהוד חרב.. ויכו את מואב.. ותכנע מואב ביום ההוא.. ותשקוט הארץ 80 שנה"</a:t>
              </a:r>
              <a:endParaRPr b="0" i="0" sz="1400" u="none" cap="none" strike="noStrike">
                <a:solidFill>
                  <a:srgbClr val="000000"/>
                </a:solidFill>
                <a:latin typeface="Arial"/>
                <a:ea typeface="Arial"/>
                <a:cs typeface="Arial"/>
                <a:sym typeface="Arial"/>
              </a:endParaRPr>
            </a:p>
          </p:txBody>
        </p:sp>
        <p:sp>
          <p:nvSpPr>
            <p:cNvPr id="257" name="Google Shape;257;p19"/>
            <p:cNvSpPr/>
            <p:nvPr/>
          </p:nvSpPr>
          <p:spPr>
            <a:xfrm rot="-5323392">
              <a:off x="1394465" y="1884209"/>
              <a:ext cx="253976"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9"/>
            <p:cNvSpPr txBox="1"/>
            <p:nvPr/>
          </p:nvSpPr>
          <p:spPr>
            <a:xfrm rot="-5323392">
              <a:off x="1431713" y="2003786"/>
              <a:ext cx="177783"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chemeClr val="lt1"/>
                </a:solidFill>
                <a:latin typeface="Georgia"/>
                <a:ea typeface="Georgia"/>
                <a:cs typeface="Georgia"/>
                <a:sym typeface="Georgia"/>
              </a:endParaRPr>
            </a:p>
          </p:txBody>
        </p:sp>
        <p:sp>
          <p:nvSpPr>
            <p:cNvPr id="259" name="Google Shape;259;p19"/>
            <p:cNvSpPr/>
            <p:nvPr/>
          </p:nvSpPr>
          <p:spPr>
            <a:xfrm>
              <a:off x="619738" y="0"/>
              <a:ext cx="1855460" cy="1841432"/>
            </a:xfrm>
            <a:prstGeom prst="ellipse">
              <a:avLst/>
            </a:prstGeom>
            <a:solidFill>
              <a:srgbClr val="E1A0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9"/>
            <p:cNvSpPr txBox="1"/>
            <p:nvPr/>
          </p:nvSpPr>
          <p:spPr>
            <a:xfrm>
              <a:off x="891464" y="269671"/>
              <a:ext cx="1312008" cy="1302090"/>
            </a:xfrm>
            <a:prstGeom prst="rect">
              <a:avLst/>
            </a:prstGeom>
            <a:noFill/>
            <a:ln>
              <a:noFill/>
            </a:ln>
          </p:spPr>
          <p:txBody>
            <a:bodyPr anchorCtr="0" anchor="ctr" bIns="20300" lIns="20300" spcFirstLastPara="1" rIns="20300" wrap="square" tIns="20300">
              <a:noAutofit/>
            </a:bodyPr>
            <a:lstStyle/>
            <a:p>
              <a:pPr indent="0" lvl="0" marL="0" marR="0" rtl="1" algn="ctr">
                <a:lnSpc>
                  <a:spcPct val="90000"/>
                </a:lnSpc>
                <a:spcBef>
                  <a:spcPts val="0"/>
                </a:spcBef>
                <a:spcAft>
                  <a:spcPts val="0"/>
                </a:spcAft>
                <a:buClr>
                  <a:srgbClr val="800000"/>
                </a:buClr>
                <a:buSzPts val="1600"/>
                <a:buFont typeface="Tahoma"/>
                <a:buNone/>
              </a:pPr>
              <a:r>
                <a:rPr b="0" i="0" lang="iw-IL" sz="1600" u="none" cap="none" strike="noStrike">
                  <a:solidFill>
                    <a:srgbClr val="800000"/>
                  </a:solidFill>
                  <a:latin typeface="Tahoma"/>
                  <a:ea typeface="Tahoma"/>
                  <a:cs typeface="Tahoma"/>
                  <a:sym typeface="Tahoma"/>
                </a:rPr>
                <a:t>"ויוסיפו בני ישראל לעשות הרע בעיני ה' ואהוד מת"</a:t>
              </a:r>
              <a:endParaRPr b="0" i="0" sz="1400" u="none" cap="none" strike="noStrike">
                <a:solidFill>
                  <a:srgbClr val="000000"/>
                </a:solidFill>
                <a:latin typeface="Arial"/>
                <a:ea typeface="Arial"/>
                <a:cs typeface="Arial"/>
                <a:sym typeface="Arial"/>
              </a:endParaRPr>
            </a:p>
          </p:txBody>
        </p:sp>
        <p:sp>
          <p:nvSpPr>
            <p:cNvPr id="261" name="Google Shape;261;p19"/>
            <p:cNvSpPr/>
            <p:nvPr/>
          </p:nvSpPr>
          <p:spPr>
            <a:xfrm rot="-407628">
              <a:off x="2630189" y="564448"/>
              <a:ext cx="395437" cy="407449"/>
            </a:xfrm>
            <a:prstGeom prst="rightArrow">
              <a:avLst>
                <a:gd fmla="val 60000" name="adj1"/>
                <a:gd fmla="val 50000" name="adj2"/>
              </a:avLst>
            </a:prstGeom>
            <a:solidFill>
              <a:srgbClr val="B2B2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9"/>
            <p:cNvSpPr txBox="1"/>
            <p:nvPr/>
          </p:nvSpPr>
          <p:spPr>
            <a:xfrm rot="-407628">
              <a:off x="2630605" y="652955"/>
              <a:ext cx="276806" cy="244469"/>
            </a:xfrm>
            <a:prstGeom prst="rect">
              <a:avLst/>
            </a:prstGeom>
            <a:noFill/>
            <a:ln>
              <a:noFill/>
            </a:ln>
          </p:spPr>
          <p:txBody>
            <a:bodyPr anchorCtr="0" anchor="ctr" bIns="0" lIns="0" spcFirstLastPara="1" rIns="0" wrap="square" tIns="0">
              <a:noAutofit/>
            </a:bodyPr>
            <a:lstStyle/>
            <a:p>
              <a:pPr indent="0" lvl="0" marL="0" marR="0" rtl="1" algn="ctr">
                <a:lnSpc>
                  <a:spcPct val="90000"/>
                </a:lnSpc>
                <a:spcBef>
                  <a:spcPts val="0"/>
                </a:spcBef>
                <a:spcAft>
                  <a:spcPts val="0"/>
                </a:spcAft>
                <a:buClr>
                  <a:schemeClr val="dk1"/>
                </a:buClr>
                <a:buSzPts val="1300"/>
                <a:buFont typeface="Georgia"/>
                <a:buNone/>
              </a:pPr>
              <a:r>
                <a:t/>
              </a:r>
              <a:endParaRPr b="0" i="0" sz="1300" u="none" cap="none" strike="noStrike">
                <a:solidFill>
                  <a:srgbClr val="800000"/>
                </a:solidFill>
                <a:latin typeface="Georgia"/>
                <a:ea typeface="Georgia"/>
                <a:cs typeface="Georgia"/>
                <a:sym typeface="Georgia"/>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0"/>
          <p:cNvSpPr txBox="1"/>
          <p:nvPr>
            <p:ph type="title"/>
          </p:nvPr>
        </p:nvSpPr>
        <p:spPr>
          <a:xfrm>
            <a:off x="444260" y="476672"/>
            <a:ext cx="8229600" cy="1066800"/>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AC0000"/>
              </a:buClr>
              <a:buSzPts val="3200"/>
              <a:buFont typeface="Tahoma"/>
              <a:buNone/>
            </a:pPr>
            <a:r>
              <a:rPr b="1" i="0" lang="iw-IL" sz="3200" u="none" cap="none" strike="noStrike">
                <a:solidFill>
                  <a:srgbClr val="AC0000"/>
                </a:solidFill>
                <a:latin typeface="Tahoma"/>
                <a:ea typeface="Tahoma"/>
                <a:cs typeface="Tahoma"/>
                <a:sym typeface="Tahoma"/>
              </a:rPr>
              <a:t>אהוד בן גרא- פעולות ומטרות</a:t>
            </a:r>
            <a:endParaRPr/>
          </a:p>
        </p:txBody>
      </p:sp>
      <p:graphicFrame>
        <p:nvGraphicFramePr>
          <p:cNvPr id="268" name="Google Shape;268;p20"/>
          <p:cNvGraphicFramePr/>
          <p:nvPr/>
        </p:nvGraphicFramePr>
        <p:xfrm>
          <a:off x="444260" y="1412776"/>
          <a:ext cx="3000000" cy="3000000"/>
        </p:xfrm>
        <a:graphic>
          <a:graphicData uri="http://schemas.openxmlformats.org/drawingml/2006/table">
            <a:tbl>
              <a:tblPr bandRow="1" firstRow="1">
                <a:noFill/>
                <a:tableStyleId>{C3CE8D69-15B1-4052-B123-47CD4B47DFD1}</a:tableStyleId>
              </a:tblPr>
              <a:tblGrid>
                <a:gridCol w="4114800"/>
                <a:gridCol w="4114800"/>
              </a:tblGrid>
              <a:tr h="651750">
                <a:tc>
                  <a:txBody>
                    <a:bodyPr/>
                    <a:lstStyle/>
                    <a:p>
                      <a:pPr indent="0" lvl="0" marL="0" marR="0" rtl="1" algn="ctr">
                        <a:lnSpc>
                          <a:spcPct val="100000"/>
                        </a:lnSpc>
                        <a:spcBef>
                          <a:spcPts val="0"/>
                        </a:spcBef>
                        <a:spcAft>
                          <a:spcPts val="0"/>
                        </a:spcAft>
                        <a:buClr>
                          <a:srgbClr val="000000"/>
                        </a:buClr>
                        <a:buSzPts val="1800"/>
                        <a:buFont typeface="Arial"/>
                        <a:buNone/>
                      </a:pPr>
                      <a:r>
                        <a:rPr lang="iw-IL" sz="1800" u="none" cap="none" strike="noStrike"/>
                        <a:t>הפעולה שעושה אהוד:</a:t>
                      </a:r>
                      <a:endParaRPr sz="1400" u="none" cap="none" strike="noStrike"/>
                    </a:p>
                  </a:txBody>
                  <a:tcPr marT="45725" marB="45725" marR="91450" marL="91450"/>
                </a:tc>
                <a:tc>
                  <a:txBody>
                    <a:bodyPr/>
                    <a:lstStyle/>
                    <a:p>
                      <a:pPr indent="0" lvl="0" marL="0" marR="0" rtl="1" algn="ctr">
                        <a:lnSpc>
                          <a:spcPct val="100000"/>
                        </a:lnSpc>
                        <a:spcBef>
                          <a:spcPts val="0"/>
                        </a:spcBef>
                        <a:spcAft>
                          <a:spcPts val="0"/>
                        </a:spcAft>
                        <a:buClr>
                          <a:srgbClr val="000000"/>
                        </a:buClr>
                        <a:buSzPts val="1800"/>
                        <a:buFont typeface="Arial"/>
                        <a:buNone/>
                      </a:pPr>
                      <a:r>
                        <a:rPr lang="iw-IL" sz="1800" u="none" cap="none" strike="noStrike"/>
                        <a:t>המטרה או התוצאה:</a:t>
                      </a:r>
                      <a:endParaRPr sz="1400" u="none" cap="none" strike="noStrike"/>
                    </a:p>
                  </a:txBody>
                  <a:tcPr marT="45725" marB="45725" marR="91450" marL="91450"/>
                </a:tc>
              </a:tr>
              <a:tr h="383175">
                <a:tc>
                  <a:txBody>
                    <a:bodyPr/>
                    <a:lstStyle/>
                    <a:p>
                      <a:pPr indent="0" lvl="0" marL="0" marR="0" rtl="1" algn="ctr">
                        <a:lnSpc>
                          <a:spcPct val="100000"/>
                        </a:lnSpc>
                        <a:spcBef>
                          <a:spcPts val="0"/>
                        </a:spcBef>
                        <a:spcAft>
                          <a:spcPts val="0"/>
                        </a:spcAft>
                        <a:buClr>
                          <a:srgbClr val="000000"/>
                        </a:buClr>
                        <a:buSzPts val="1800"/>
                        <a:buFont typeface="Arial"/>
                        <a:buNone/>
                      </a:pPr>
                      <a:r>
                        <a:rPr lang="iw-IL" sz="1800" u="none" cap="none" strike="noStrike"/>
                        <a:t>מביא מנחה באופן קבוע לעגלון</a:t>
                      </a:r>
                      <a:endParaRPr sz="1400" u="none" cap="none" strike="noStrike"/>
                    </a:p>
                  </a:txBody>
                  <a:tcPr marT="45725" marB="45725" marR="91450" marL="91450"/>
                </a:tc>
                <a:tc>
                  <a:txBody>
                    <a:bodyPr/>
                    <a:lstStyle/>
                    <a:p>
                      <a:pPr indent="0" lvl="0" marL="0" marR="0" rtl="1" algn="r">
                        <a:lnSpc>
                          <a:spcPct val="100000"/>
                        </a:lnSpc>
                        <a:spcBef>
                          <a:spcPts val="0"/>
                        </a:spcBef>
                        <a:spcAft>
                          <a:spcPts val="0"/>
                        </a:spcAft>
                        <a:buClr>
                          <a:srgbClr val="000000"/>
                        </a:buClr>
                        <a:buSzPts val="1800"/>
                        <a:buFont typeface="Arial"/>
                        <a:buNone/>
                      </a:pPr>
                      <a:r>
                        <a:rPr lang="iw-IL" sz="2500" u="none" cap="none" strike="noStrike"/>
                        <a:t>כדי לגשת אליו </a:t>
                      </a:r>
                      <a:endParaRPr sz="2500" u="none" cap="none" strike="noStrike"/>
                    </a:p>
                  </a:txBody>
                  <a:tcPr marT="45725" marB="45725" marR="91450" marL="91450"/>
                </a:tc>
              </a:tr>
              <a:tr h="651750">
                <a:tc>
                  <a:txBody>
                    <a:bodyPr/>
                    <a:lstStyle/>
                    <a:p>
                      <a:pPr indent="0" lvl="0" marL="0" marR="0" rtl="1" algn="ctr">
                        <a:lnSpc>
                          <a:spcPct val="100000"/>
                        </a:lnSpc>
                        <a:spcBef>
                          <a:spcPts val="0"/>
                        </a:spcBef>
                        <a:spcAft>
                          <a:spcPts val="0"/>
                        </a:spcAft>
                        <a:buClr>
                          <a:srgbClr val="000000"/>
                        </a:buClr>
                        <a:buSzPts val="1800"/>
                        <a:buFont typeface="Arial"/>
                        <a:buNone/>
                      </a:pPr>
                      <a:r>
                        <a:rPr lang="iw-IL" sz="1800" u="none" cap="none" strike="noStrike"/>
                        <a:t>מכין חרב קטנה בעלת שתי פיות</a:t>
                      </a:r>
                      <a:endParaRPr sz="1400" u="none" cap="none" strike="noStrike"/>
                    </a:p>
                  </a:txBody>
                  <a:tcPr marT="45725" marB="45725" marR="91450" marL="91450"/>
                </a:tc>
                <a:tc>
                  <a:txBody>
                    <a:bodyPr/>
                    <a:lstStyle/>
                    <a:p>
                      <a:pPr indent="0" lvl="0" marL="476250" marR="0" rtl="1" algn="r">
                        <a:lnSpc>
                          <a:spcPct val="100000"/>
                        </a:lnSpc>
                        <a:spcBef>
                          <a:spcPts val="0"/>
                        </a:spcBef>
                        <a:spcAft>
                          <a:spcPts val="0"/>
                        </a:spcAft>
                        <a:buClr>
                          <a:srgbClr val="000000"/>
                        </a:buClr>
                        <a:buSzPts val="1800"/>
                        <a:buFont typeface="Arial"/>
                        <a:buNone/>
                      </a:pPr>
                      <a:r>
                        <a:rPr lang="iw-IL" sz="2100" u="none" cap="none" strike="noStrike"/>
                        <a:t>כדי שלא ישימו לב לחרב </a:t>
                      </a:r>
                      <a:endParaRPr sz="2100" u="none" cap="none" strike="noStrike"/>
                    </a:p>
                  </a:txBody>
                  <a:tcPr marT="45725" marB="45725" marR="91450" marL="91450"/>
                </a:tc>
              </a:tr>
              <a:tr h="651750">
                <a:tc>
                  <a:txBody>
                    <a:bodyPr/>
                    <a:lstStyle/>
                    <a:p>
                      <a:pPr indent="0" lvl="0" marL="0" marR="0" rtl="1" algn="ctr">
                        <a:lnSpc>
                          <a:spcPct val="100000"/>
                        </a:lnSpc>
                        <a:spcBef>
                          <a:spcPts val="0"/>
                        </a:spcBef>
                        <a:spcAft>
                          <a:spcPts val="0"/>
                        </a:spcAft>
                        <a:buClr>
                          <a:srgbClr val="000000"/>
                        </a:buClr>
                        <a:buSzPts val="1800"/>
                        <a:buFont typeface="Arial"/>
                        <a:buNone/>
                      </a:pPr>
                      <a:r>
                        <a:rPr lang="iw-IL" sz="1800" u="none" cap="none" strike="noStrike"/>
                        <a:t>שם את החרב בצד ימין.</a:t>
                      </a:r>
                      <a:endParaRPr sz="1400" u="none" cap="none" strike="noStrike"/>
                    </a:p>
                  </a:txBody>
                  <a:tcPr marT="45725" marB="45725" marR="91450" marL="91450"/>
                </a:tc>
                <a:tc>
                  <a:txBody>
                    <a:bodyPr/>
                    <a:lstStyle/>
                    <a:p>
                      <a:pPr indent="0" lvl="0" marL="0" marR="0" rtl="1" algn="r">
                        <a:lnSpc>
                          <a:spcPct val="100000"/>
                        </a:lnSpc>
                        <a:spcBef>
                          <a:spcPts val="0"/>
                        </a:spcBef>
                        <a:spcAft>
                          <a:spcPts val="0"/>
                        </a:spcAft>
                        <a:buClr>
                          <a:srgbClr val="000000"/>
                        </a:buClr>
                        <a:buSzPts val="1800"/>
                        <a:buFont typeface="Arial"/>
                        <a:buNone/>
                      </a:pPr>
                      <a:r>
                        <a:rPr lang="iw-IL" sz="2500" u="none" cap="none" strike="noStrike"/>
                        <a:t>כי הוא היה שמאלי </a:t>
                      </a:r>
                      <a:endParaRPr sz="2500" u="none" cap="none" strike="noStrike"/>
                    </a:p>
                  </a:txBody>
                  <a:tcPr marT="45725" marB="45725" marR="91450" marL="91450"/>
                </a:tc>
              </a:tr>
              <a:tr h="651750">
                <a:tc>
                  <a:txBody>
                    <a:bodyPr/>
                    <a:lstStyle/>
                    <a:p>
                      <a:pPr indent="0" lvl="0" marL="0" marR="0" rtl="1" algn="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1" algn="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651750">
                <a:tc>
                  <a:txBody>
                    <a:bodyPr/>
                    <a:lstStyle/>
                    <a:p>
                      <a:pPr indent="0" lvl="0" marL="0" marR="0" rtl="1" algn="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1" algn="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651750">
                <a:tc>
                  <a:txBody>
                    <a:bodyPr/>
                    <a:lstStyle/>
                    <a:p>
                      <a:pPr indent="0" lvl="0" marL="0" marR="0" rtl="1" algn="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1" algn="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651750">
                <a:tc>
                  <a:txBody>
                    <a:bodyPr/>
                    <a:lstStyle/>
                    <a:p>
                      <a:pPr indent="0" lvl="0" marL="0" marR="0" rtl="1" algn="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1" algn="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grpSp>
        <p:nvGrpSpPr>
          <p:cNvPr id="273" name="Google Shape;273;p21"/>
          <p:cNvGrpSpPr/>
          <p:nvPr/>
        </p:nvGrpSpPr>
        <p:grpSpPr>
          <a:xfrm>
            <a:off x="251521" y="841721"/>
            <a:ext cx="8568950" cy="5534596"/>
            <a:chOff x="1" y="5009"/>
            <a:chExt cx="8568950" cy="5534596"/>
          </a:xfrm>
        </p:grpSpPr>
        <p:sp>
          <p:nvSpPr>
            <p:cNvPr id="274" name="Google Shape;274;p21"/>
            <p:cNvSpPr/>
            <p:nvPr/>
          </p:nvSpPr>
          <p:spPr>
            <a:xfrm rot="5400000">
              <a:off x="-223760" y="228770"/>
              <a:ext cx="1491739" cy="1044217"/>
            </a:xfrm>
            <a:prstGeom prst="chevron">
              <a:avLst>
                <a:gd fmla="val 50000" name="adj"/>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1"/>
            <p:cNvSpPr txBox="1"/>
            <p:nvPr/>
          </p:nvSpPr>
          <p:spPr>
            <a:xfrm>
              <a:off x="2" y="527118"/>
              <a:ext cx="1044217" cy="447522"/>
            </a:xfrm>
            <a:prstGeom prst="rect">
              <a:avLst/>
            </a:prstGeom>
            <a:noFill/>
            <a:ln>
              <a:noFill/>
            </a:ln>
          </p:spPr>
          <p:txBody>
            <a:bodyPr anchorCtr="0" anchor="ctr" bIns="8250" lIns="8250" spcFirstLastPara="1" rIns="8250" wrap="square" tIns="8250">
              <a:noAutofit/>
            </a:bodyPr>
            <a:lstStyle/>
            <a:p>
              <a:pPr indent="0" lvl="0" marL="0" marR="0" rtl="1" algn="ctr">
                <a:lnSpc>
                  <a:spcPct val="90000"/>
                </a:lnSpc>
                <a:spcBef>
                  <a:spcPts val="0"/>
                </a:spcBef>
                <a:spcAft>
                  <a:spcPts val="0"/>
                </a:spcAft>
                <a:buClr>
                  <a:schemeClr val="lt1"/>
                </a:buClr>
                <a:buSzPts val="1300"/>
                <a:buFont typeface="Tahoma"/>
                <a:buNone/>
              </a:pPr>
              <a:r>
                <a:rPr b="1" i="0" lang="iw-IL" sz="1300" u="none" cap="none" strike="noStrike">
                  <a:solidFill>
                    <a:schemeClr val="lt1"/>
                  </a:solidFill>
                  <a:latin typeface="Tahoma"/>
                  <a:ea typeface="Tahoma"/>
                  <a:cs typeface="Tahoma"/>
                  <a:sym typeface="Tahoma"/>
                </a:rPr>
                <a:t>בניית סיפור כיסוי</a:t>
              </a:r>
              <a:endParaRPr b="0" i="0" sz="1400" u="none" cap="none" strike="noStrike">
                <a:solidFill>
                  <a:srgbClr val="000000"/>
                </a:solidFill>
                <a:latin typeface="Arial"/>
                <a:ea typeface="Arial"/>
                <a:cs typeface="Arial"/>
                <a:sym typeface="Arial"/>
              </a:endParaRPr>
            </a:p>
          </p:txBody>
        </p:sp>
        <p:sp>
          <p:nvSpPr>
            <p:cNvPr id="276" name="Google Shape;276;p21"/>
            <p:cNvSpPr/>
            <p:nvPr/>
          </p:nvSpPr>
          <p:spPr>
            <a:xfrm rot="5400000">
              <a:off x="4321769" y="-3272542"/>
              <a:ext cx="969630" cy="7524734"/>
            </a:xfrm>
            <a:prstGeom prst="round2SameRect">
              <a:avLst>
                <a:gd fmla="val 16667" name="adj1"/>
                <a:gd fmla="val 0" name="adj2"/>
              </a:avLst>
            </a:prstGeom>
            <a:solidFill>
              <a:schemeClr val="lt1">
                <a:alpha val="88627"/>
              </a:schemeClr>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1"/>
            <p:cNvSpPr txBox="1"/>
            <p:nvPr/>
          </p:nvSpPr>
          <p:spPr>
            <a:xfrm>
              <a:off x="1044218" y="52342"/>
              <a:ext cx="7477401" cy="874964"/>
            </a:xfrm>
            <a:prstGeom prst="rect">
              <a:avLst/>
            </a:prstGeom>
            <a:noFill/>
            <a:ln>
              <a:noFill/>
            </a:ln>
          </p:spPr>
          <p:txBody>
            <a:bodyPr anchorCtr="0" anchor="ctr" bIns="12050" lIns="135125" spcFirstLastPara="1" rIns="12050" wrap="square" tIns="12050">
              <a:noAutofit/>
            </a:bodyPr>
            <a:lstStyle/>
            <a:p>
              <a:pPr indent="-171450" lvl="1" marL="171450" marR="0" rtl="1" algn="r">
                <a:lnSpc>
                  <a:spcPct val="90000"/>
                </a:lnSpc>
                <a:spcBef>
                  <a:spcPts val="0"/>
                </a:spcBef>
                <a:spcAft>
                  <a:spcPts val="0"/>
                </a:spcAft>
                <a:buClr>
                  <a:schemeClr val="dk1"/>
                </a:buClr>
                <a:buSzPts val="1900"/>
                <a:buFont typeface="Tahoma"/>
                <a:buChar char="•"/>
              </a:pPr>
              <a:r>
                <a:rPr b="0" i="0" lang="iw-IL" sz="1900" u="none" cap="none" strike="noStrike">
                  <a:solidFill>
                    <a:schemeClr val="dk1"/>
                  </a:solidFill>
                  <a:latin typeface="Tahoma"/>
                  <a:ea typeface="Tahoma"/>
                  <a:cs typeface="Tahoma"/>
                  <a:sym typeface="Tahoma"/>
                </a:rPr>
                <a:t>פעולה: שומרי הארמון רגילים לראות את אהוד מגיע להביא מנחה כנציג של עם ישראל</a:t>
              </a:r>
              <a:endParaRPr b="0" i="0" sz="1400" u="none" cap="none" strike="noStrike">
                <a:solidFill>
                  <a:srgbClr val="000000"/>
                </a:solidFill>
                <a:latin typeface="Arial"/>
                <a:ea typeface="Arial"/>
                <a:cs typeface="Arial"/>
                <a:sym typeface="Arial"/>
              </a:endParaRPr>
            </a:p>
            <a:p>
              <a:pPr indent="-171450" lvl="1" marL="171450" marR="0" rtl="1" algn="r">
                <a:lnSpc>
                  <a:spcPct val="90000"/>
                </a:lnSpc>
                <a:spcBef>
                  <a:spcPts val="285"/>
                </a:spcBef>
                <a:spcAft>
                  <a:spcPts val="0"/>
                </a:spcAft>
                <a:buClr>
                  <a:schemeClr val="dk1"/>
                </a:buClr>
                <a:buSzPts val="1900"/>
                <a:buFont typeface="Tahoma"/>
                <a:buChar char="•"/>
              </a:pPr>
              <a:r>
                <a:rPr b="0" i="0" lang="iw-IL" sz="1900" u="none" cap="none" strike="noStrike">
                  <a:solidFill>
                    <a:schemeClr val="dk1"/>
                  </a:solidFill>
                  <a:latin typeface="Tahoma"/>
                  <a:ea typeface="Tahoma"/>
                  <a:cs typeface="Tahoma"/>
                  <a:sym typeface="Tahoma"/>
                </a:rPr>
                <a:t>תוצאה: השומרים נותנים לו להיכנס בלי לחשוד בו</a:t>
              </a:r>
              <a:endParaRPr b="0" i="0" sz="1400" u="none" cap="none" strike="noStrike">
                <a:solidFill>
                  <a:srgbClr val="000000"/>
                </a:solidFill>
                <a:latin typeface="Arial"/>
                <a:ea typeface="Arial"/>
                <a:cs typeface="Arial"/>
                <a:sym typeface="Arial"/>
              </a:endParaRPr>
            </a:p>
          </p:txBody>
        </p:sp>
        <p:sp>
          <p:nvSpPr>
            <p:cNvPr id="278" name="Google Shape;278;p21"/>
            <p:cNvSpPr/>
            <p:nvPr/>
          </p:nvSpPr>
          <p:spPr>
            <a:xfrm rot="5400000">
              <a:off x="-223760" y="1576389"/>
              <a:ext cx="1491739" cy="1044217"/>
            </a:xfrm>
            <a:prstGeom prst="chevron">
              <a:avLst>
                <a:gd fmla="val 50000" name="adj"/>
              </a:avLst>
            </a:prstGeom>
            <a:solidFill>
              <a:srgbClr val="427EAD"/>
            </a:solidFill>
            <a:ln cap="flat" cmpd="sng" w="19050">
              <a:solidFill>
                <a:srgbClr val="427E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1"/>
            <p:cNvSpPr txBox="1"/>
            <p:nvPr/>
          </p:nvSpPr>
          <p:spPr>
            <a:xfrm>
              <a:off x="2" y="1874737"/>
              <a:ext cx="1044217" cy="447522"/>
            </a:xfrm>
            <a:prstGeom prst="rect">
              <a:avLst/>
            </a:prstGeom>
            <a:noFill/>
            <a:ln>
              <a:noFill/>
            </a:ln>
          </p:spPr>
          <p:txBody>
            <a:bodyPr anchorCtr="0" anchor="ctr" bIns="8250" lIns="8250" spcFirstLastPara="1" rIns="8250" wrap="square" tIns="8250">
              <a:noAutofit/>
            </a:bodyPr>
            <a:lstStyle/>
            <a:p>
              <a:pPr indent="0" lvl="0" marL="0" marR="0" rtl="1" algn="ctr">
                <a:lnSpc>
                  <a:spcPct val="90000"/>
                </a:lnSpc>
                <a:spcBef>
                  <a:spcPts val="0"/>
                </a:spcBef>
                <a:spcAft>
                  <a:spcPts val="0"/>
                </a:spcAft>
                <a:buClr>
                  <a:schemeClr val="lt1"/>
                </a:buClr>
                <a:buSzPts val="1300"/>
                <a:buFont typeface="Tahoma"/>
                <a:buNone/>
              </a:pPr>
              <a:r>
                <a:rPr b="1" i="0" lang="iw-IL" sz="1300" u="none" cap="none" strike="noStrike">
                  <a:solidFill>
                    <a:schemeClr val="lt1"/>
                  </a:solidFill>
                  <a:latin typeface="Tahoma"/>
                  <a:ea typeface="Tahoma"/>
                  <a:cs typeface="Tahoma"/>
                  <a:sym typeface="Tahoma"/>
                </a:rPr>
                <a:t>הכנת החרב</a:t>
              </a:r>
              <a:endParaRPr b="0" i="0" sz="1400" u="none" cap="none" strike="noStrike">
                <a:solidFill>
                  <a:srgbClr val="000000"/>
                </a:solidFill>
                <a:latin typeface="Arial"/>
                <a:ea typeface="Arial"/>
                <a:cs typeface="Arial"/>
                <a:sym typeface="Arial"/>
              </a:endParaRPr>
            </a:p>
          </p:txBody>
        </p:sp>
        <p:sp>
          <p:nvSpPr>
            <p:cNvPr id="280" name="Google Shape;280;p21"/>
            <p:cNvSpPr/>
            <p:nvPr/>
          </p:nvSpPr>
          <p:spPr>
            <a:xfrm rot="5400000">
              <a:off x="4321769" y="-1924923"/>
              <a:ext cx="969630" cy="7524734"/>
            </a:xfrm>
            <a:prstGeom prst="round2SameRect">
              <a:avLst>
                <a:gd fmla="val 16667" name="adj1"/>
                <a:gd fmla="val 0" name="adj2"/>
              </a:avLst>
            </a:prstGeom>
            <a:solidFill>
              <a:schemeClr val="lt1">
                <a:alpha val="88627"/>
              </a:schemeClr>
            </a:solidFill>
            <a:ln cap="flat" cmpd="sng" w="19050">
              <a:solidFill>
                <a:srgbClr val="427E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1"/>
            <p:cNvSpPr txBox="1"/>
            <p:nvPr/>
          </p:nvSpPr>
          <p:spPr>
            <a:xfrm>
              <a:off x="1044218" y="1399961"/>
              <a:ext cx="7477401" cy="874964"/>
            </a:xfrm>
            <a:prstGeom prst="rect">
              <a:avLst/>
            </a:prstGeom>
            <a:noFill/>
            <a:ln>
              <a:noFill/>
            </a:ln>
          </p:spPr>
          <p:txBody>
            <a:bodyPr anchorCtr="0" anchor="ctr" bIns="12050" lIns="135125" spcFirstLastPara="1" rIns="12050" wrap="square" tIns="12050">
              <a:noAutofit/>
            </a:bodyPr>
            <a:lstStyle/>
            <a:p>
              <a:pPr indent="-171450" lvl="1" marL="171450" marR="0" rtl="1" algn="r">
                <a:lnSpc>
                  <a:spcPct val="90000"/>
                </a:lnSpc>
                <a:spcBef>
                  <a:spcPts val="0"/>
                </a:spcBef>
                <a:spcAft>
                  <a:spcPts val="0"/>
                </a:spcAft>
                <a:buClr>
                  <a:schemeClr val="dk1"/>
                </a:buClr>
                <a:buSzPts val="1900"/>
                <a:buFont typeface="Tahoma"/>
                <a:buChar char="•"/>
              </a:pPr>
              <a:r>
                <a:rPr b="0" i="0" lang="iw-IL" sz="1900" u="none" cap="none" strike="noStrike">
                  <a:solidFill>
                    <a:schemeClr val="dk1"/>
                  </a:solidFill>
                  <a:latin typeface="Tahoma"/>
                  <a:ea typeface="Tahoma"/>
                  <a:cs typeface="Tahoma"/>
                  <a:sym typeface="Tahoma"/>
                </a:rPr>
                <a:t>פעולה: אהוד מכין חרב ולה שתי פיות ולא חרב מעוגלת מכיוון שרצה לדקור אותו ולא לערוף את ראשו. החרב מצליחה להיבלע בגופו של עגלון והורגת אותו.</a:t>
              </a:r>
              <a:endParaRPr b="0" i="0" sz="1400" u="none" cap="none" strike="noStrike">
                <a:solidFill>
                  <a:srgbClr val="000000"/>
                </a:solidFill>
                <a:latin typeface="Arial"/>
                <a:ea typeface="Arial"/>
                <a:cs typeface="Arial"/>
                <a:sym typeface="Arial"/>
              </a:endParaRPr>
            </a:p>
          </p:txBody>
        </p:sp>
        <p:sp>
          <p:nvSpPr>
            <p:cNvPr id="282" name="Google Shape;282;p21"/>
            <p:cNvSpPr/>
            <p:nvPr/>
          </p:nvSpPr>
          <p:spPr>
            <a:xfrm rot="5400000">
              <a:off x="-223760" y="2961152"/>
              <a:ext cx="1491739" cy="1044217"/>
            </a:xfrm>
            <a:prstGeom prst="chevron">
              <a:avLst>
                <a:gd fmla="val 50000" name="adj"/>
              </a:avLst>
            </a:prstGeom>
            <a:solidFill>
              <a:srgbClr val="43B837"/>
            </a:solidFill>
            <a:ln cap="flat" cmpd="sng" w="19050">
              <a:solidFill>
                <a:srgbClr val="43B8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1"/>
            <p:cNvSpPr txBox="1"/>
            <p:nvPr/>
          </p:nvSpPr>
          <p:spPr>
            <a:xfrm>
              <a:off x="2" y="3259500"/>
              <a:ext cx="1044217" cy="447522"/>
            </a:xfrm>
            <a:prstGeom prst="rect">
              <a:avLst/>
            </a:prstGeom>
            <a:noFill/>
            <a:ln>
              <a:noFill/>
            </a:ln>
          </p:spPr>
          <p:txBody>
            <a:bodyPr anchorCtr="0" anchor="ctr" bIns="8250" lIns="8250" spcFirstLastPara="1" rIns="8250" wrap="square" tIns="8250">
              <a:noAutofit/>
            </a:bodyPr>
            <a:lstStyle/>
            <a:p>
              <a:pPr indent="0" lvl="0" marL="0" marR="0" rtl="1" algn="ctr">
                <a:lnSpc>
                  <a:spcPct val="90000"/>
                </a:lnSpc>
                <a:spcBef>
                  <a:spcPts val="0"/>
                </a:spcBef>
                <a:spcAft>
                  <a:spcPts val="0"/>
                </a:spcAft>
                <a:buClr>
                  <a:schemeClr val="lt1"/>
                </a:buClr>
                <a:buSzPts val="1300"/>
                <a:buFont typeface="Tahoma"/>
                <a:buNone/>
              </a:pPr>
              <a:r>
                <a:rPr b="1" i="0" lang="iw-IL" sz="1300" u="none" cap="none" strike="noStrike">
                  <a:solidFill>
                    <a:schemeClr val="lt1"/>
                  </a:solidFill>
                  <a:latin typeface="Tahoma"/>
                  <a:ea typeface="Tahoma"/>
                  <a:cs typeface="Tahoma"/>
                  <a:sym typeface="Tahoma"/>
                </a:rPr>
                <a:t>הסתרת החרב</a:t>
              </a:r>
              <a:endParaRPr b="0" i="0" sz="1400" u="none" cap="none" strike="noStrike">
                <a:solidFill>
                  <a:srgbClr val="000000"/>
                </a:solidFill>
                <a:latin typeface="Arial"/>
                <a:ea typeface="Arial"/>
                <a:cs typeface="Arial"/>
                <a:sym typeface="Arial"/>
              </a:endParaRPr>
            </a:p>
          </p:txBody>
        </p:sp>
        <p:sp>
          <p:nvSpPr>
            <p:cNvPr id="284" name="Google Shape;284;p21"/>
            <p:cNvSpPr/>
            <p:nvPr/>
          </p:nvSpPr>
          <p:spPr>
            <a:xfrm rot="5400000">
              <a:off x="4309127" y="-613810"/>
              <a:ext cx="969630" cy="7524734"/>
            </a:xfrm>
            <a:prstGeom prst="round2SameRect">
              <a:avLst>
                <a:gd fmla="val 16667" name="adj1"/>
                <a:gd fmla="val 0" name="adj2"/>
              </a:avLst>
            </a:prstGeom>
            <a:solidFill>
              <a:schemeClr val="lt1">
                <a:alpha val="88627"/>
              </a:schemeClr>
            </a:solidFill>
            <a:ln cap="flat" cmpd="sng" w="19050">
              <a:solidFill>
                <a:srgbClr val="43B8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1"/>
            <p:cNvSpPr txBox="1"/>
            <p:nvPr/>
          </p:nvSpPr>
          <p:spPr>
            <a:xfrm>
              <a:off x="1031576" y="2844374"/>
              <a:ext cx="7477500" cy="875100"/>
            </a:xfrm>
            <a:prstGeom prst="rect">
              <a:avLst/>
            </a:prstGeom>
            <a:noFill/>
            <a:ln>
              <a:noFill/>
            </a:ln>
          </p:spPr>
          <p:txBody>
            <a:bodyPr anchorCtr="0" anchor="ctr" bIns="12050" lIns="135125" spcFirstLastPara="1" rIns="12050" wrap="square" tIns="12050">
              <a:noAutofit/>
            </a:bodyPr>
            <a:lstStyle/>
            <a:p>
              <a:pPr indent="-171450" lvl="1" marL="171450" marR="0" rtl="1" algn="r">
                <a:lnSpc>
                  <a:spcPct val="90000"/>
                </a:lnSpc>
                <a:spcBef>
                  <a:spcPts val="0"/>
                </a:spcBef>
                <a:spcAft>
                  <a:spcPts val="0"/>
                </a:spcAft>
                <a:buClr>
                  <a:schemeClr val="dk1"/>
                </a:buClr>
                <a:buSzPts val="1900"/>
                <a:buFont typeface="Tahoma"/>
                <a:buChar char="•"/>
              </a:pPr>
              <a:r>
                <a:rPr b="0" i="0" lang="iw-IL" sz="1900" u="none" cap="none" strike="noStrike">
                  <a:solidFill>
                    <a:schemeClr val="dk1"/>
                  </a:solidFill>
                  <a:latin typeface="Tahoma"/>
                  <a:ea typeface="Tahoma"/>
                  <a:cs typeface="Tahoma"/>
                  <a:sym typeface="Tahoma"/>
                </a:rPr>
                <a:t>אהוד הוא שמאלי ולכן שם את החרב בצד ימין השומרים היו רגילים לחפש בצד שמאל ששם הניחו רוב בני האדם.</a:t>
              </a:r>
              <a:endParaRPr b="0" i="0" sz="1400" u="none" cap="none" strike="noStrike">
                <a:solidFill>
                  <a:srgbClr val="000000"/>
                </a:solidFill>
                <a:latin typeface="Arial"/>
                <a:ea typeface="Arial"/>
                <a:cs typeface="Arial"/>
                <a:sym typeface="Arial"/>
              </a:endParaRPr>
            </a:p>
          </p:txBody>
        </p:sp>
        <p:sp>
          <p:nvSpPr>
            <p:cNvPr id="286" name="Google Shape;286;p21"/>
            <p:cNvSpPr/>
            <p:nvPr/>
          </p:nvSpPr>
          <p:spPr>
            <a:xfrm rot="5400000">
              <a:off x="-223760" y="4271627"/>
              <a:ext cx="1491739" cy="1044217"/>
            </a:xfrm>
            <a:prstGeom prst="chevron">
              <a:avLst>
                <a:gd fmla="val 50000" name="adj"/>
              </a:avLst>
            </a:prstGeom>
            <a:solidFill>
              <a:srgbClr val="C3632C"/>
            </a:solidFill>
            <a:ln cap="flat" cmpd="sng" w="19050">
              <a:solidFill>
                <a:srgbClr val="C3632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1"/>
            <p:cNvSpPr txBox="1"/>
            <p:nvPr/>
          </p:nvSpPr>
          <p:spPr>
            <a:xfrm>
              <a:off x="2" y="4569975"/>
              <a:ext cx="1044217" cy="447522"/>
            </a:xfrm>
            <a:prstGeom prst="rect">
              <a:avLst/>
            </a:prstGeom>
            <a:noFill/>
            <a:ln>
              <a:noFill/>
            </a:ln>
          </p:spPr>
          <p:txBody>
            <a:bodyPr anchorCtr="0" anchor="ctr" bIns="8250" lIns="8250" spcFirstLastPara="1" rIns="8250" wrap="square" tIns="8250">
              <a:noAutofit/>
            </a:bodyPr>
            <a:lstStyle/>
            <a:p>
              <a:pPr indent="0" lvl="0" marL="0" marR="0" rtl="1" algn="ctr">
                <a:lnSpc>
                  <a:spcPct val="90000"/>
                </a:lnSpc>
                <a:spcBef>
                  <a:spcPts val="0"/>
                </a:spcBef>
                <a:spcAft>
                  <a:spcPts val="0"/>
                </a:spcAft>
                <a:buClr>
                  <a:schemeClr val="lt1"/>
                </a:buClr>
                <a:buSzPts val="1300"/>
                <a:buFont typeface="Tahoma"/>
                <a:buNone/>
              </a:pPr>
              <a:r>
                <a:rPr b="1" i="0" lang="iw-IL" sz="1300" u="none" cap="none" strike="noStrike">
                  <a:solidFill>
                    <a:schemeClr val="lt1"/>
                  </a:solidFill>
                  <a:latin typeface="Tahoma"/>
                  <a:ea typeface="Tahoma"/>
                  <a:cs typeface="Tahoma"/>
                  <a:sym typeface="Tahoma"/>
                </a:rPr>
                <a:t>להישאר עם עגלון לבד</a:t>
              </a:r>
              <a:endParaRPr b="0" i="0" sz="1400" u="none" cap="none" strike="noStrike">
                <a:solidFill>
                  <a:srgbClr val="000000"/>
                </a:solidFill>
                <a:latin typeface="Arial"/>
                <a:ea typeface="Arial"/>
                <a:cs typeface="Arial"/>
                <a:sym typeface="Arial"/>
              </a:endParaRPr>
            </a:p>
          </p:txBody>
        </p:sp>
        <p:sp>
          <p:nvSpPr>
            <p:cNvPr id="288" name="Google Shape;288;p21"/>
            <p:cNvSpPr/>
            <p:nvPr/>
          </p:nvSpPr>
          <p:spPr>
            <a:xfrm rot="5400000">
              <a:off x="4309127" y="733808"/>
              <a:ext cx="969630" cy="7524734"/>
            </a:xfrm>
            <a:prstGeom prst="round2SameRect">
              <a:avLst>
                <a:gd fmla="val 16667" name="adj1"/>
                <a:gd fmla="val 0" name="adj2"/>
              </a:avLst>
            </a:prstGeom>
            <a:solidFill>
              <a:schemeClr val="lt1">
                <a:alpha val="88627"/>
              </a:schemeClr>
            </a:solidFill>
            <a:ln cap="flat" cmpd="sng" w="19050">
              <a:solidFill>
                <a:srgbClr val="C3632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1"/>
            <p:cNvSpPr txBox="1"/>
            <p:nvPr/>
          </p:nvSpPr>
          <p:spPr>
            <a:xfrm>
              <a:off x="1031576" y="4058693"/>
              <a:ext cx="7477401" cy="874964"/>
            </a:xfrm>
            <a:prstGeom prst="rect">
              <a:avLst/>
            </a:prstGeom>
            <a:noFill/>
            <a:ln>
              <a:noFill/>
            </a:ln>
          </p:spPr>
          <p:txBody>
            <a:bodyPr anchorCtr="0" anchor="ctr" bIns="12050" lIns="135125" spcFirstLastPara="1" rIns="12050" wrap="square" tIns="12050">
              <a:noAutofit/>
            </a:bodyPr>
            <a:lstStyle/>
            <a:p>
              <a:pPr indent="-171450" lvl="1" marL="171450" marR="0" rtl="1" algn="r">
                <a:lnSpc>
                  <a:spcPct val="90000"/>
                </a:lnSpc>
                <a:spcBef>
                  <a:spcPts val="0"/>
                </a:spcBef>
                <a:spcAft>
                  <a:spcPts val="0"/>
                </a:spcAft>
                <a:buClr>
                  <a:schemeClr val="dk1"/>
                </a:buClr>
                <a:buSzPts val="1900"/>
                <a:buFont typeface="Tahoma"/>
                <a:buChar char="•"/>
              </a:pPr>
              <a:r>
                <a:rPr b="0" i="0" lang="iw-IL" sz="1900" u="none" cap="none" strike="noStrike">
                  <a:solidFill>
                    <a:schemeClr val="dk1"/>
                  </a:solidFill>
                  <a:latin typeface="Tahoma"/>
                  <a:ea typeface="Tahoma"/>
                  <a:cs typeface="Tahoma"/>
                  <a:sym typeface="Tahoma"/>
                </a:rPr>
                <a:t>פעולה: אהוד שולח את כל השליחים שהגיעו איתו בכדי לסקרן את המלך ואומר שיש לו דבר סתר ומבקש מכולם לצאת.</a:t>
              </a:r>
              <a:endParaRPr b="0" i="0" sz="1900" u="none" cap="none" strike="noStrike">
                <a:solidFill>
                  <a:schemeClr val="dk1"/>
                </a:solidFill>
                <a:latin typeface="Georgia"/>
                <a:ea typeface="Georgia"/>
                <a:cs typeface="Georgia"/>
                <a:sym typeface="Georgia"/>
              </a:endParaRPr>
            </a:p>
            <a:p>
              <a:pPr indent="-171450" lvl="1" marL="171450" marR="0" rtl="1" algn="r">
                <a:lnSpc>
                  <a:spcPct val="90000"/>
                </a:lnSpc>
                <a:spcBef>
                  <a:spcPts val="285"/>
                </a:spcBef>
                <a:spcAft>
                  <a:spcPts val="0"/>
                </a:spcAft>
                <a:buClr>
                  <a:schemeClr val="dk1"/>
                </a:buClr>
                <a:buSzPts val="1900"/>
                <a:buFont typeface="Tahoma"/>
                <a:buChar char="•"/>
              </a:pPr>
              <a:r>
                <a:rPr b="0" i="0" lang="iw-IL" sz="1900" u="none" cap="none" strike="noStrike">
                  <a:solidFill>
                    <a:schemeClr val="dk1"/>
                  </a:solidFill>
                  <a:latin typeface="Tahoma"/>
                  <a:ea typeface="Tahoma"/>
                  <a:cs typeface="Tahoma"/>
                  <a:sym typeface="Tahoma"/>
                </a:rPr>
                <a:t>תוצאה: המלך מוציא את כל הניצבים בחדר.</a:t>
              </a:r>
              <a:endParaRPr b="0" i="0" sz="1400" u="none" cap="none" strike="noStrike">
                <a:solidFill>
                  <a:srgbClr val="000000"/>
                </a:solidFill>
                <a:latin typeface="Arial"/>
                <a:ea typeface="Arial"/>
                <a:cs typeface="Arial"/>
                <a:sym typeface="Arial"/>
              </a:endParaRPr>
            </a:p>
          </p:txBody>
        </p:sp>
      </p:grpSp>
      <p:sp>
        <p:nvSpPr>
          <p:cNvPr id="290" name="Google Shape;290;p21"/>
          <p:cNvSpPr txBox="1"/>
          <p:nvPr>
            <p:ph type="title"/>
          </p:nvPr>
        </p:nvSpPr>
        <p:spPr>
          <a:xfrm>
            <a:off x="395536" y="116632"/>
            <a:ext cx="8301608" cy="936104"/>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AC0000"/>
              </a:buClr>
              <a:buSzPts val="3200"/>
              <a:buFont typeface="Tahoma"/>
              <a:buNone/>
            </a:pPr>
            <a:r>
              <a:rPr b="1" lang="iw-IL" sz="3200">
                <a:solidFill>
                  <a:srgbClr val="AC0000"/>
                </a:solidFill>
                <a:latin typeface="Tahoma"/>
                <a:ea typeface="Tahoma"/>
                <a:cs typeface="Tahoma"/>
                <a:sym typeface="Tahoma"/>
              </a:rPr>
              <a:t>אהוד בן גרא- מושיע את ישראל</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grpSp>
        <p:nvGrpSpPr>
          <p:cNvPr id="295" name="Google Shape;295;p22"/>
          <p:cNvGrpSpPr/>
          <p:nvPr/>
        </p:nvGrpSpPr>
        <p:grpSpPr>
          <a:xfrm>
            <a:off x="327721" y="379513"/>
            <a:ext cx="8568950" cy="5539604"/>
            <a:chOff x="1" y="1"/>
            <a:chExt cx="8568950" cy="5539604"/>
          </a:xfrm>
        </p:grpSpPr>
        <p:sp>
          <p:nvSpPr>
            <p:cNvPr id="296" name="Google Shape;296;p22"/>
            <p:cNvSpPr/>
            <p:nvPr/>
          </p:nvSpPr>
          <p:spPr>
            <a:xfrm rot="5400000">
              <a:off x="-223760" y="228770"/>
              <a:ext cx="1491739" cy="1044217"/>
            </a:xfrm>
            <a:prstGeom prst="chevron">
              <a:avLst>
                <a:gd fmla="val 50000" name="adj"/>
              </a:avLst>
            </a:prstGeom>
            <a:solidFill>
              <a:srgbClr val="8B5A3A"/>
            </a:solidFill>
            <a:ln cap="flat" cmpd="sng" w="19050">
              <a:solidFill>
                <a:srgbClr val="8B5A3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2"/>
            <p:cNvSpPr txBox="1"/>
            <p:nvPr/>
          </p:nvSpPr>
          <p:spPr>
            <a:xfrm>
              <a:off x="2" y="527118"/>
              <a:ext cx="1044217" cy="447522"/>
            </a:xfrm>
            <a:prstGeom prst="rect">
              <a:avLst/>
            </a:prstGeom>
            <a:noFill/>
            <a:ln>
              <a:noFill/>
            </a:ln>
          </p:spPr>
          <p:txBody>
            <a:bodyPr anchorCtr="0" anchor="ctr" bIns="8875" lIns="8875" spcFirstLastPara="1" rIns="8875" wrap="square" tIns="8875">
              <a:noAutofit/>
            </a:bodyPr>
            <a:lstStyle/>
            <a:p>
              <a:pPr indent="0" lvl="0" marL="0" marR="0" rtl="1" algn="ctr">
                <a:lnSpc>
                  <a:spcPct val="90000"/>
                </a:lnSpc>
                <a:spcBef>
                  <a:spcPts val="0"/>
                </a:spcBef>
                <a:spcAft>
                  <a:spcPts val="0"/>
                </a:spcAft>
                <a:buClr>
                  <a:schemeClr val="lt1"/>
                </a:buClr>
                <a:buSzPts val="1400"/>
                <a:buFont typeface="Tahoma"/>
                <a:buNone/>
              </a:pPr>
              <a:r>
                <a:rPr b="1" i="0" lang="iw-IL" sz="1400" u="none" cap="none" strike="noStrike">
                  <a:solidFill>
                    <a:schemeClr val="lt1"/>
                  </a:solidFill>
                  <a:latin typeface="Tahoma"/>
                  <a:ea typeface="Tahoma"/>
                  <a:cs typeface="Tahoma"/>
                  <a:sym typeface="Tahoma"/>
                </a:rPr>
                <a:t>התקרבות אל עגלון</a:t>
              </a:r>
              <a:endParaRPr b="0" i="0" sz="1400" u="none" cap="none" strike="noStrike">
                <a:solidFill>
                  <a:srgbClr val="000000"/>
                </a:solidFill>
                <a:latin typeface="Arial"/>
                <a:ea typeface="Arial"/>
                <a:cs typeface="Arial"/>
                <a:sym typeface="Arial"/>
              </a:endParaRPr>
            </a:p>
          </p:txBody>
        </p:sp>
        <p:sp>
          <p:nvSpPr>
            <p:cNvPr id="298" name="Google Shape;298;p22"/>
            <p:cNvSpPr/>
            <p:nvPr/>
          </p:nvSpPr>
          <p:spPr>
            <a:xfrm rot="5400000">
              <a:off x="4321769" y="-3277551"/>
              <a:ext cx="969630" cy="7524734"/>
            </a:xfrm>
            <a:prstGeom prst="round2SameRect">
              <a:avLst>
                <a:gd fmla="val 16667" name="adj1"/>
                <a:gd fmla="val 0" name="adj2"/>
              </a:avLst>
            </a:prstGeom>
            <a:solidFill>
              <a:schemeClr val="lt1">
                <a:alpha val="88627"/>
              </a:schemeClr>
            </a:solidFill>
            <a:ln cap="flat" cmpd="sng" w="19050">
              <a:solidFill>
                <a:srgbClr val="8B5A3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2"/>
            <p:cNvSpPr txBox="1"/>
            <p:nvPr/>
          </p:nvSpPr>
          <p:spPr>
            <a:xfrm>
              <a:off x="1044218" y="47333"/>
              <a:ext cx="7477401" cy="874964"/>
            </a:xfrm>
            <a:prstGeom prst="rect">
              <a:avLst/>
            </a:prstGeom>
            <a:noFill/>
            <a:ln>
              <a:noFill/>
            </a:ln>
          </p:spPr>
          <p:txBody>
            <a:bodyPr anchorCtr="0" anchor="ctr" bIns="8875" lIns="99550" spcFirstLastPara="1" rIns="8875" wrap="square" tIns="8875">
              <a:noAutofit/>
            </a:bodyPr>
            <a:lstStyle/>
            <a:p>
              <a:pPr indent="-114300" lvl="1" marL="114300" marR="0" rtl="1" algn="r">
                <a:lnSpc>
                  <a:spcPct val="90000"/>
                </a:lnSpc>
                <a:spcBef>
                  <a:spcPts val="0"/>
                </a:spcBef>
                <a:spcAft>
                  <a:spcPts val="0"/>
                </a:spcAft>
                <a:buClr>
                  <a:schemeClr val="dk1"/>
                </a:buClr>
                <a:buSzPts val="1400"/>
                <a:buFont typeface="Tahoma"/>
                <a:buChar char="•"/>
              </a:pPr>
              <a:r>
                <a:rPr b="0" i="0" lang="iw-IL" sz="1400" u="none" cap="none" strike="noStrike">
                  <a:solidFill>
                    <a:schemeClr val="dk1"/>
                  </a:solidFill>
                  <a:latin typeface="Tahoma"/>
                  <a:ea typeface="Tahoma"/>
                  <a:cs typeface="Tahoma"/>
                  <a:sym typeface="Tahoma"/>
                </a:rPr>
                <a:t>פעולה: "דבר אלוקים לי אליך"</a:t>
              </a:r>
              <a:endParaRPr b="0" i="0" sz="1400" u="none" cap="none" strike="noStrike">
                <a:solidFill>
                  <a:srgbClr val="000000"/>
                </a:solidFill>
                <a:latin typeface="Arial"/>
                <a:ea typeface="Arial"/>
                <a:cs typeface="Arial"/>
                <a:sym typeface="Arial"/>
              </a:endParaRPr>
            </a:p>
            <a:p>
              <a:pPr indent="-114300" lvl="1" marL="114300" marR="0" rtl="1" algn="r">
                <a:lnSpc>
                  <a:spcPct val="90000"/>
                </a:lnSpc>
                <a:spcBef>
                  <a:spcPts val="210"/>
                </a:spcBef>
                <a:spcAft>
                  <a:spcPts val="0"/>
                </a:spcAft>
                <a:buClr>
                  <a:schemeClr val="dk1"/>
                </a:buClr>
                <a:buSzPts val="1400"/>
                <a:buFont typeface="Tahoma"/>
                <a:buChar char="•"/>
              </a:pPr>
              <a:r>
                <a:rPr b="0" i="0" lang="iw-IL" sz="1400" u="none" cap="none" strike="noStrike">
                  <a:solidFill>
                    <a:schemeClr val="dk1"/>
                  </a:solidFill>
                  <a:latin typeface="Tahoma"/>
                  <a:ea typeface="Tahoma"/>
                  <a:cs typeface="Tahoma"/>
                  <a:sym typeface="Tahoma"/>
                </a:rPr>
                <a:t>תוצאה: עגלון נעמד וכך קל יותר להוציא את החרב מבלי שייראה</a:t>
              </a:r>
              <a:endParaRPr b="0" i="0" sz="1400" u="none" cap="none" strike="noStrike">
                <a:solidFill>
                  <a:srgbClr val="000000"/>
                </a:solidFill>
                <a:latin typeface="Arial"/>
                <a:ea typeface="Arial"/>
                <a:cs typeface="Arial"/>
                <a:sym typeface="Arial"/>
              </a:endParaRPr>
            </a:p>
          </p:txBody>
        </p:sp>
        <p:sp>
          <p:nvSpPr>
            <p:cNvPr id="300" name="Google Shape;300;p22"/>
            <p:cNvSpPr/>
            <p:nvPr/>
          </p:nvSpPr>
          <p:spPr>
            <a:xfrm rot="5400000">
              <a:off x="-223760" y="1576389"/>
              <a:ext cx="1491739" cy="1044217"/>
            </a:xfrm>
            <a:prstGeom prst="chevron">
              <a:avLst>
                <a:gd fmla="val 50000" name="adj"/>
              </a:avLst>
            </a:prstGeom>
            <a:solidFill>
              <a:srgbClr val="779A43"/>
            </a:solidFill>
            <a:ln cap="flat" cmpd="sng" w="19050">
              <a:solidFill>
                <a:srgbClr val="779A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2"/>
            <p:cNvSpPr txBox="1"/>
            <p:nvPr/>
          </p:nvSpPr>
          <p:spPr>
            <a:xfrm>
              <a:off x="2" y="1874737"/>
              <a:ext cx="1044217" cy="447522"/>
            </a:xfrm>
            <a:prstGeom prst="rect">
              <a:avLst/>
            </a:prstGeom>
            <a:noFill/>
            <a:ln>
              <a:noFill/>
            </a:ln>
          </p:spPr>
          <p:txBody>
            <a:bodyPr anchorCtr="0" anchor="ctr" bIns="8875" lIns="8875" spcFirstLastPara="1" rIns="8875" wrap="square" tIns="8875">
              <a:noAutofit/>
            </a:bodyPr>
            <a:lstStyle/>
            <a:p>
              <a:pPr indent="0" lvl="0" marL="0" marR="0" rtl="1" algn="ctr">
                <a:lnSpc>
                  <a:spcPct val="90000"/>
                </a:lnSpc>
                <a:spcBef>
                  <a:spcPts val="0"/>
                </a:spcBef>
                <a:spcAft>
                  <a:spcPts val="0"/>
                </a:spcAft>
                <a:buClr>
                  <a:schemeClr val="lt1"/>
                </a:buClr>
                <a:buSzPts val="1400"/>
                <a:buFont typeface="Tahoma"/>
                <a:buNone/>
              </a:pPr>
              <a:r>
                <a:rPr b="1" i="0" lang="iw-IL" sz="1400" u="none" cap="none" strike="noStrike">
                  <a:solidFill>
                    <a:schemeClr val="lt1"/>
                  </a:solidFill>
                  <a:latin typeface="Tahoma"/>
                  <a:ea typeface="Tahoma"/>
                  <a:cs typeface="Tahoma"/>
                  <a:sym typeface="Tahoma"/>
                </a:rPr>
                <a:t>דקירה מוצלחת</a:t>
              </a:r>
              <a:endParaRPr b="0" i="0" sz="1400" u="none" cap="none" strike="noStrike">
                <a:solidFill>
                  <a:srgbClr val="000000"/>
                </a:solidFill>
                <a:latin typeface="Arial"/>
                <a:ea typeface="Arial"/>
                <a:cs typeface="Arial"/>
                <a:sym typeface="Arial"/>
              </a:endParaRPr>
            </a:p>
          </p:txBody>
        </p:sp>
        <p:sp>
          <p:nvSpPr>
            <p:cNvPr id="302" name="Google Shape;302;p22"/>
            <p:cNvSpPr/>
            <p:nvPr/>
          </p:nvSpPr>
          <p:spPr>
            <a:xfrm rot="5400000">
              <a:off x="4321769" y="-1924923"/>
              <a:ext cx="969630" cy="7524734"/>
            </a:xfrm>
            <a:prstGeom prst="round2SameRect">
              <a:avLst>
                <a:gd fmla="val 16667" name="adj1"/>
                <a:gd fmla="val 0" name="adj2"/>
              </a:avLst>
            </a:prstGeom>
            <a:solidFill>
              <a:schemeClr val="lt1">
                <a:alpha val="88627"/>
              </a:schemeClr>
            </a:solidFill>
            <a:ln cap="flat" cmpd="sng" w="19050">
              <a:solidFill>
                <a:srgbClr val="779A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2"/>
            <p:cNvSpPr txBox="1"/>
            <p:nvPr/>
          </p:nvSpPr>
          <p:spPr>
            <a:xfrm>
              <a:off x="1044218" y="1399961"/>
              <a:ext cx="7477401" cy="874964"/>
            </a:xfrm>
            <a:prstGeom prst="rect">
              <a:avLst/>
            </a:prstGeom>
            <a:noFill/>
            <a:ln>
              <a:noFill/>
            </a:ln>
          </p:spPr>
          <p:txBody>
            <a:bodyPr anchorCtr="0" anchor="ctr" bIns="8875" lIns="99550" spcFirstLastPara="1" rIns="8875" wrap="square" tIns="8875">
              <a:noAutofit/>
            </a:bodyPr>
            <a:lstStyle/>
            <a:p>
              <a:pPr indent="-114300" lvl="1" marL="114300" marR="0" rtl="1" algn="r">
                <a:lnSpc>
                  <a:spcPct val="90000"/>
                </a:lnSpc>
                <a:spcBef>
                  <a:spcPts val="0"/>
                </a:spcBef>
                <a:spcAft>
                  <a:spcPts val="0"/>
                </a:spcAft>
                <a:buClr>
                  <a:schemeClr val="dk1"/>
                </a:buClr>
                <a:buSzPts val="1400"/>
                <a:buFont typeface="Tahoma"/>
                <a:buChar char="•"/>
              </a:pPr>
              <a:r>
                <a:rPr b="0" i="0" lang="iw-IL" sz="1400" u="none" cap="none" strike="noStrike">
                  <a:solidFill>
                    <a:schemeClr val="dk1"/>
                  </a:solidFill>
                  <a:latin typeface="Tahoma"/>
                  <a:ea typeface="Tahoma"/>
                  <a:cs typeface="Tahoma"/>
                  <a:sym typeface="Tahoma"/>
                </a:rPr>
                <a:t>פעולה: אהוד מכניס את כל החרב לתוך גופו של עגלון וכך השומרים לא יכולים לראות את החרב</a:t>
              </a:r>
              <a:endParaRPr b="0" i="0" sz="1400" u="none" cap="none" strike="noStrike">
                <a:solidFill>
                  <a:srgbClr val="000000"/>
                </a:solidFill>
                <a:latin typeface="Arial"/>
                <a:ea typeface="Arial"/>
                <a:cs typeface="Arial"/>
                <a:sym typeface="Arial"/>
              </a:endParaRPr>
            </a:p>
            <a:p>
              <a:pPr indent="-114300" lvl="1" marL="114300" marR="0" rtl="1" algn="r">
                <a:lnSpc>
                  <a:spcPct val="90000"/>
                </a:lnSpc>
                <a:spcBef>
                  <a:spcPts val="210"/>
                </a:spcBef>
                <a:spcAft>
                  <a:spcPts val="0"/>
                </a:spcAft>
                <a:buClr>
                  <a:schemeClr val="dk1"/>
                </a:buClr>
                <a:buSzPts val="1400"/>
                <a:buFont typeface="Tahoma"/>
                <a:buChar char="•"/>
              </a:pPr>
              <a:r>
                <a:rPr b="0" i="0" lang="iw-IL" sz="1400" u="none" cap="none" strike="noStrike">
                  <a:solidFill>
                    <a:schemeClr val="dk1"/>
                  </a:solidFill>
                  <a:latin typeface="Tahoma"/>
                  <a:ea typeface="Tahoma"/>
                  <a:cs typeface="Tahoma"/>
                  <a:sym typeface="Tahoma"/>
                </a:rPr>
                <a:t> התוצאה: "ויצא הפרשדונה" ההפרשות יוצאות מגופו של עגלון השומרים בחוץ מריחים את הריח ובטוחים שהוא בשירותים. וגם שנכנסים הרושם הראשוני הוא מוות טבעי ולא רצח.</a:t>
              </a:r>
              <a:endParaRPr b="0" i="0" sz="1400" u="none" cap="none" strike="noStrike">
                <a:solidFill>
                  <a:srgbClr val="000000"/>
                </a:solidFill>
                <a:latin typeface="Arial"/>
                <a:ea typeface="Arial"/>
                <a:cs typeface="Arial"/>
                <a:sym typeface="Arial"/>
              </a:endParaRPr>
            </a:p>
          </p:txBody>
        </p:sp>
        <p:sp>
          <p:nvSpPr>
            <p:cNvPr id="304" name="Google Shape;304;p22"/>
            <p:cNvSpPr/>
            <p:nvPr/>
          </p:nvSpPr>
          <p:spPr>
            <a:xfrm rot="5400000">
              <a:off x="-223760" y="2961152"/>
              <a:ext cx="1491739" cy="1044217"/>
            </a:xfrm>
            <a:prstGeom prst="chevron">
              <a:avLst>
                <a:gd fmla="val 50000" name="adj"/>
              </a:avLst>
            </a:prstGeom>
            <a:solidFill>
              <a:srgbClr val="4AAB72"/>
            </a:solidFill>
            <a:ln cap="flat" cmpd="sng" w="19050">
              <a:solidFill>
                <a:srgbClr val="4AAB7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2"/>
            <p:cNvSpPr txBox="1"/>
            <p:nvPr/>
          </p:nvSpPr>
          <p:spPr>
            <a:xfrm>
              <a:off x="2" y="3259500"/>
              <a:ext cx="1044217" cy="447522"/>
            </a:xfrm>
            <a:prstGeom prst="rect">
              <a:avLst/>
            </a:prstGeom>
            <a:noFill/>
            <a:ln>
              <a:noFill/>
            </a:ln>
          </p:spPr>
          <p:txBody>
            <a:bodyPr anchorCtr="0" anchor="ctr" bIns="8875" lIns="8875" spcFirstLastPara="1" rIns="8875" wrap="square" tIns="8875">
              <a:noAutofit/>
            </a:bodyPr>
            <a:lstStyle/>
            <a:p>
              <a:pPr indent="0" lvl="0" marL="0" marR="0" rtl="1" algn="ctr">
                <a:lnSpc>
                  <a:spcPct val="90000"/>
                </a:lnSpc>
                <a:spcBef>
                  <a:spcPts val="0"/>
                </a:spcBef>
                <a:spcAft>
                  <a:spcPts val="0"/>
                </a:spcAft>
                <a:buClr>
                  <a:schemeClr val="lt1"/>
                </a:buClr>
                <a:buSzPts val="1400"/>
                <a:buFont typeface="Tahoma"/>
                <a:buNone/>
              </a:pPr>
              <a:r>
                <a:rPr b="1" i="0" lang="iw-IL" sz="1400" u="none" cap="none" strike="noStrike">
                  <a:solidFill>
                    <a:schemeClr val="lt1"/>
                  </a:solidFill>
                  <a:latin typeface="Tahoma"/>
                  <a:ea typeface="Tahoma"/>
                  <a:cs typeface="Tahoma"/>
                  <a:sym typeface="Tahoma"/>
                </a:rPr>
                <a:t>ניסיון להרוויח זמן</a:t>
              </a:r>
              <a:endParaRPr b="0" i="0" sz="1400" u="none" cap="none" strike="noStrike">
                <a:solidFill>
                  <a:srgbClr val="000000"/>
                </a:solidFill>
                <a:latin typeface="Arial"/>
                <a:ea typeface="Arial"/>
                <a:cs typeface="Arial"/>
                <a:sym typeface="Arial"/>
              </a:endParaRPr>
            </a:p>
          </p:txBody>
        </p:sp>
        <p:sp>
          <p:nvSpPr>
            <p:cNvPr id="306" name="Google Shape;306;p22"/>
            <p:cNvSpPr/>
            <p:nvPr/>
          </p:nvSpPr>
          <p:spPr>
            <a:xfrm rot="5400000">
              <a:off x="4309127" y="-613810"/>
              <a:ext cx="969630" cy="7524734"/>
            </a:xfrm>
            <a:prstGeom prst="round2SameRect">
              <a:avLst>
                <a:gd fmla="val 16667" name="adj1"/>
                <a:gd fmla="val 0" name="adj2"/>
              </a:avLst>
            </a:prstGeom>
            <a:solidFill>
              <a:schemeClr val="lt1">
                <a:alpha val="88627"/>
              </a:schemeClr>
            </a:solidFill>
            <a:ln cap="flat" cmpd="sng" w="19050">
              <a:solidFill>
                <a:srgbClr val="4AAB7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2"/>
            <p:cNvSpPr txBox="1"/>
            <p:nvPr/>
          </p:nvSpPr>
          <p:spPr>
            <a:xfrm>
              <a:off x="1031576" y="2711074"/>
              <a:ext cx="7477401" cy="874964"/>
            </a:xfrm>
            <a:prstGeom prst="rect">
              <a:avLst/>
            </a:prstGeom>
            <a:noFill/>
            <a:ln>
              <a:noFill/>
            </a:ln>
          </p:spPr>
          <p:txBody>
            <a:bodyPr anchorCtr="0" anchor="ctr" bIns="8875" lIns="99550" spcFirstLastPara="1" rIns="8875" wrap="square" tIns="8875">
              <a:noAutofit/>
            </a:bodyPr>
            <a:lstStyle/>
            <a:p>
              <a:pPr indent="-114300" lvl="1" marL="114300" marR="0" rtl="1" algn="r">
                <a:lnSpc>
                  <a:spcPct val="90000"/>
                </a:lnSpc>
                <a:spcBef>
                  <a:spcPts val="0"/>
                </a:spcBef>
                <a:spcAft>
                  <a:spcPts val="0"/>
                </a:spcAft>
                <a:buClr>
                  <a:schemeClr val="dk1"/>
                </a:buClr>
                <a:buSzPts val="1400"/>
                <a:buFont typeface="Tahoma"/>
                <a:buChar char="•"/>
              </a:pPr>
              <a:r>
                <a:rPr b="0" i="0" lang="iw-IL" sz="1400" u="none" cap="none" strike="noStrike">
                  <a:solidFill>
                    <a:schemeClr val="dk1"/>
                  </a:solidFill>
                  <a:latin typeface="Tahoma"/>
                  <a:ea typeface="Tahoma"/>
                  <a:cs typeface="Tahoma"/>
                  <a:sym typeface="Tahoma"/>
                </a:rPr>
                <a:t>פעולה: אהוד יוצא בנחת כדי שלא יחשדו וסוגר אחריו את הדלת כדי שהשומרים ייחשבו שעגלון מבקש זמן לעצמו.</a:t>
              </a:r>
              <a:endParaRPr b="0" i="0" sz="1400" u="none" cap="none" strike="noStrike">
                <a:solidFill>
                  <a:srgbClr val="000000"/>
                </a:solidFill>
                <a:latin typeface="Arial"/>
                <a:ea typeface="Arial"/>
                <a:cs typeface="Arial"/>
                <a:sym typeface="Arial"/>
              </a:endParaRPr>
            </a:p>
            <a:p>
              <a:pPr indent="-114300" lvl="1" marL="114300" marR="0" rtl="1" algn="r">
                <a:lnSpc>
                  <a:spcPct val="90000"/>
                </a:lnSpc>
                <a:spcBef>
                  <a:spcPts val="210"/>
                </a:spcBef>
                <a:spcAft>
                  <a:spcPts val="0"/>
                </a:spcAft>
                <a:buClr>
                  <a:schemeClr val="dk1"/>
                </a:buClr>
                <a:buSzPts val="1400"/>
                <a:buFont typeface="Tahoma"/>
                <a:buChar char="•"/>
              </a:pPr>
              <a:r>
                <a:rPr b="0" i="0" lang="iw-IL" sz="1400" u="none" cap="none" strike="noStrike">
                  <a:solidFill>
                    <a:schemeClr val="dk1"/>
                  </a:solidFill>
                  <a:latin typeface="Tahoma"/>
                  <a:ea typeface="Tahoma"/>
                  <a:cs typeface="Tahoma"/>
                  <a:sym typeface="Tahoma"/>
                </a:rPr>
                <a:t>תוצאה: מחכים כי חושבים שהוא מתפנה.</a:t>
              </a:r>
              <a:endParaRPr b="0" i="0" sz="1400" u="none" cap="none" strike="noStrike">
                <a:solidFill>
                  <a:srgbClr val="000000"/>
                </a:solidFill>
                <a:latin typeface="Arial"/>
                <a:ea typeface="Arial"/>
                <a:cs typeface="Arial"/>
                <a:sym typeface="Arial"/>
              </a:endParaRPr>
            </a:p>
          </p:txBody>
        </p:sp>
        <p:sp>
          <p:nvSpPr>
            <p:cNvPr id="308" name="Google Shape;308;p22"/>
            <p:cNvSpPr/>
            <p:nvPr/>
          </p:nvSpPr>
          <p:spPr>
            <a:xfrm rot="5400000">
              <a:off x="-223760" y="4271627"/>
              <a:ext cx="1491739" cy="1044217"/>
            </a:xfrm>
            <a:prstGeom prst="chevron">
              <a:avLst>
                <a:gd fmla="val 50000" name="adj"/>
              </a:avLst>
            </a:prstGeom>
            <a:solidFill>
              <a:srgbClr val="5991B5"/>
            </a:solidFill>
            <a:ln cap="flat" cmpd="sng" w="19050">
              <a:solidFill>
                <a:srgbClr val="5991B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2"/>
            <p:cNvSpPr txBox="1"/>
            <p:nvPr/>
          </p:nvSpPr>
          <p:spPr>
            <a:xfrm>
              <a:off x="2" y="4569975"/>
              <a:ext cx="1044217" cy="447522"/>
            </a:xfrm>
            <a:prstGeom prst="rect">
              <a:avLst/>
            </a:prstGeom>
            <a:noFill/>
            <a:ln>
              <a:noFill/>
            </a:ln>
          </p:spPr>
          <p:txBody>
            <a:bodyPr anchorCtr="0" anchor="ctr" bIns="8875" lIns="8875" spcFirstLastPara="1" rIns="8875" wrap="square" tIns="8875">
              <a:noAutofit/>
            </a:bodyPr>
            <a:lstStyle/>
            <a:p>
              <a:pPr indent="0" lvl="0" marL="0" marR="0" rtl="1" algn="ctr">
                <a:lnSpc>
                  <a:spcPct val="90000"/>
                </a:lnSpc>
                <a:spcBef>
                  <a:spcPts val="0"/>
                </a:spcBef>
                <a:spcAft>
                  <a:spcPts val="0"/>
                </a:spcAft>
                <a:buClr>
                  <a:schemeClr val="lt1"/>
                </a:buClr>
                <a:buSzPts val="1400"/>
                <a:buFont typeface="Tahoma"/>
                <a:buNone/>
              </a:pPr>
              <a:r>
                <a:rPr b="1" i="0" lang="iw-IL" sz="1400" u="none" cap="none" strike="noStrike">
                  <a:solidFill>
                    <a:schemeClr val="lt1"/>
                  </a:solidFill>
                  <a:latin typeface="Tahoma"/>
                  <a:ea typeface="Tahoma"/>
                  <a:cs typeface="Tahoma"/>
                  <a:sym typeface="Tahoma"/>
                </a:rPr>
                <a:t>מלחמה במואב</a:t>
              </a:r>
              <a:endParaRPr b="0" i="0" sz="1400" u="none" cap="none" strike="noStrike">
                <a:solidFill>
                  <a:srgbClr val="000000"/>
                </a:solidFill>
                <a:latin typeface="Arial"/>
                <a:ea typeface="Arial"/>
                <a:cs typeface="Arial"/>
                <a:sym typeface="Arial"/>
              </a:endParaRPr>
            </a:p>
          </p:txBody>
        </p:sp>
        <p:sp>
          <p:nvSpPr>
            <p:cNvPr id="310" name="Google Shape;310;p22"/>
            <p:cNvSpPr/>
            <p:nvPr/>
          </p:nvSpPr>
          <p:spPr>
            <a:xfrm rot="5400000">
              <a:off x="4309127" y="733808"/>
              <a:ext cx="969630" cy="7524734"/>
            </a:xfrm>
            <a:prstGeom prst="round2SameRect">
              <a:avLst>
                <a:gd fmla="val 16667" name="adj1"/>
                <a:gd fmla="val 0" name="adj2"/>
              </a:avLst>
            </a:prstGeom>
            <a:solidFill>
              <a:schemeClr val="lt1">
                <a:alpha val="88627"/>
              </a:schemeClr>
            </a:solidFill>
            <a:ln cap="flat" cmpd="sng" w="19050">
              <a:solidFill>
                <a:srgbClr val="5991B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2"/>
            <p:cNvSpPr txBox="1"/>
            <p:nvPr/>
          </p:nvSpPr>
          <p:spPr>
            <a:xfrm>
              <a:off x="1031576" y="4058693"/>
              <a:ext cx="7477401" cy="874964"/>
            </a:xfrm>
            <a:prstGeom prst="rect">
              <a:avLst/>
            </a:prstGeom>
            <a:noFill/>
            <a:ln>
              <a:noFill/>
            </a:ln>
          </p:spPr>
          <p:txBody>
            <a:bodyPr anchorCtr="0" anchor="ctr" bIns="8875" lIns="99550" spcFirstLastPara="1" rIns="8875" wrap="square" tIns="8875">
              <a:noAutofit/>
            </a:bodyPr>
            <a:lstStyle/>
            <a:p>
              <a:pPr indent="-114300" lvl="1" marL="114300" marR="0" rtl="1" algn="r">
                <a:lnSpc>
                  <a:spcPct val="90000"/>
                </a:lnSpc>
                <a:spcBef>
                  <a:spcPts val="0"/>
                </a:spcBef>
                <a:spcAft>
                  <a:spcPts val="0"/>
                </a:spcAft>
                <a:buClr>
                  <a:schemeClr val="dk1"/>
                </a:buClr>
                <a:buSzPts val="1400"/>
                <a:buFont typeface="Tahoma"/>
                <a:buChar char="•"/>
              </a:pPr>
              <a:r>
                <a:rPr b="0" i="0" lang="iw-IL" sz="1400" u="none" cap="none" strike="noStrike">
                  <a:solidFill>
                    <a:schemeClr val="dk1"/>
                  </a:solidFill>
                  <a:latin typeface="Tahoma"/>
                  <a:ea typeface="Tahoma"/>
                  <a:cs typeface="Tahoma"/>
                  <a:sym typeface="Tahoma"/>
                </a:rPr>
                <a:t>פעולה: אהוד מנצל את הזמן שהמואבים עסוקים במות עגלון והוא מארגן את העם למלחמה. דבר ראשון הם חוסמים את המעבר גבול כדי שהמואבים לא יברחו.</a:t>
              </a:r>
              <a:endParaRPr b="0" i="0" sz="1400" u="none" cap="none" strike="noStrike">
                <a:solidFill>
                  <a:schemeClr val="dk1"/>
                </a:solidFill>
                <a:latin typeface="Georgia"/>
                <a:ea typeface="Georgia"/>
                <a:cs typeface="Georgia"/>
                <a:sym typeface="Georgia"/>
              </a:endParaRPr>
            </a:p>
            <a:p>
              <a:pPr indent="-114300" lvl="1" marL="114300" marR="0" rtl="1" algn="r">
                <a:lnSpc>
                  <a:spcPct val="90000"/>
                </a:lnSpc>
                <a:spcBef>
                  <a:spcPts val="210"/>
                </a:spcBef>
                <a:spcAft>
                  <a:spcPts val="0"/>
                </a:spcAft>
                <a:buClr>
                  <a:schemeClr val="dk1"/>
                </a:buClr>
                <a:buSzPts val="1400"/>
                <a:buFont typeface="Tahoma"/>
                <a:buChar char="•"/>
              </a:pPr>
              <a:r>
                <a:rPr b="0" i="0" lang="iw-IL" sz="1400" u="none" cap="none" strike="noStrike">
                  <a:solidFill>
                    <a:schemeClr val="dk1"/>
                  </a:solidFill>
                  <a:latin typeface="Tahoma"/>
                  <a:ea typeface="Tahoma"/>
                  <a:cs typeface="Tahoma"/>
                  <a:sym typeface="Tahoma"/>
                </a:rPr>
                <a:t>תוצאה: בני ישראל מנצחים במלחמה הורגים את מואב וזוכים ל80 שנים של שקט.</a:t>
              </a:r>
              <a:endParaRPr b="0" i="0" sz="1400" u="none" cap="none" strike="noStrike">
                <a:solidFill>
                  <a:srgbClr val="000000"/>
                </a:solidFill>
                <a:latin typeface="Arial"/>
                <a:ea typeface="Arial"/>
                <a:cs typeface="Arial"/>
                <a:sym typeface="Arial"/>
              </a:endParaRPr>
            </a:p>
          </p:txBody>
        </p:sp>
      </p:grpSp>
      <p:sp>
        <p:nvSpPr>
          <p:cNvPr id="312" name="Google Shape;312;p22"/>
          <p:cNvSpPr txBox="1"/>
          <p:nvPr>
            <p:ph type="title"/>
          </p:nvPr>
        </p:nvSpPr>
        <p:spPr>
          <a:xfrm>
            <a:off x="471736" y="-457200"/>
            <a:ext cx="8301600" cy="1052700"/>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AC0000"/>
              </a:buClr>
              <a:buSzPts val="3200"/>
              <a:buFont typeface="Tahoma"/>
              <a:buNone/>
            </a:pPr>
            <a:r>
              <a:rPr b="1" lang="iw-IL" sz="3200">
                <a:solidFill>
                  <a:srgbClr val="AC0000"/>
                </a:solidFill>
                <a:latin typeface="Tahoma"/>
                <a:ea typeface="Tahoma"/>
                <a:cs typeface="Tahoma"/>
                <a:sym typeface="Tahoma"/>
              </a:rPr>
              <a:t>אהוד בן גרא- מושיע את ישראל</a:t>
            </a:r>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6" name="Shape 316"/>
        <p:cNvGrpSpPr/>
        <p:nvPr/>
      </p:nvGrpSpPr>
      <p:grpSpPr>
        <a:xfrm>
          <a:off x="0" y="0"/>
          <a:ext cx="0" cy="0"/>
          <a:chOff x="0" y="0"/>
          <a:chExt cx="0" cy="0"/>
        </a:xfrm>
      </p:grpSpPr>
      <p:sp>
        <p:nvSpPr>
          <p:cNvPr id="317" name="Google Shape;317;p23"/>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AC0000"/>
              </a:buClr>
              <a:buSzPts val="3200"/>
              <a:buFont typeface="Tahoma"/>
              <a:buNone/>
            </a:pPr>
            <a:r>
              <a:rPr b="1" i="0" lang="iw-IL" sz="3200" u="none" cap="none" strike="noStrike">
                <a:solidFill>
                  <a:srgbClr val="AC0000"/>
                </a:solidFill>
                <a:latin typeface="Tahoma"/>
                <a:ea typeface="Tahoma"/>
                <a:cs typeface="Tahoma"/>
                <a:sym typeface="Tahoma"/>
              </a:rPr>
              <a:t>אהוד בן גרא- מה למדנו?</a:t>
            </a:r>
            <a:endParaRPr/>
          </a:p>
        </p:txBody>
      </p:sp>
      <p:sp>
        <p:nvSpPr>
          <p:cNvPr id="318" name="Google Shape;318;p23"/>
          <p:cNvSpPr txBox="1"/>
          <p:nvPr>
            <p:ph idx="1" type="body"/>
          </p:nvPr>
        </p:nvSpPr>
        <p:spPr>
          <a:xfrm>
            <a:off x="570384" y="4293096"/>
            <a:ext cx="8003232" cy="2482291"/>
          </a:xfrm>
          <a:prstGeom prst="rect">
            <a:avLst/>
          </a:prstGeom>
          <a:gradFill>
            <a:gsLst>
              <a:gs pos="0">
                <a:srgbClr val="F5F5F8"/>
              </a:gs>
              <a:gs pos="74000">
                <a:srgbClr val="ADADCE"/>
              </a:gs>
              <a:gs pos="83000">
                <a:srgbClr val="ADADCE"/>
              </a:gs>
              <a:gs pos="100000">
                <a:srgbClr val="C7C8DE"/>
              </a:gs>
            </a:gsLst>
            <a:lin ang="5400000" scaled="0"/>
          </a:gradFill>
          <a:ln>
            <a:noFill/>
          </a:ln>
        </p:spPr>
        <p:txBody>
          <a:bodyPr anchorCtr="0" anchor="t" bIns="45700" lIns="91425" spcFirstLastPara="1" rIns="91425" wrap="square" tIns="45700">
            <a:normAutofit/>
          </a:bodyPr>
          <a:lstStyle/>
          <a:p>
            <a:pPr indent="0" lvl="0" marL="109728" rtl="1" algn="r">
              <a:lnSpc>
                <a:spcPct val="100000"/>
              </a:lnSpc>
              <a:spcBef>
                <a:spcPts val="0"/>
              </a:spcBef>
              <a:spcAft>
                <a:spcPts val="0"/>
              </a:spcAft>
              <a:buSzPts val="2000"/>
              <a:buNone/>
            </a:pPr>
            <a:r>
              <a:t/>
            </a:r>
            <a:endParaRPr/>
          </a:p>
          <a:p>
            <a:pPr indent="0" lvl="0" marL="109728" rtl="1" algn="r">
              <a:lnSpc>
                <a:spcPct val="100000"/>
              </a:lnSpc>
              <a:spcBef>
                <a:spcPts val="300"/>
              </a:spcBef>
              <a:spcAft>
                <a:spcPts val="0"/>
              </a:spcAft>
              <a:buSzPts val="4400"/>
              <a:buNone/>
            </a:pPr>
            <a:r>
              <a:rPr lang="iw-IL" sz="4400"/>
              <a:t>גם כאשר אין נס גלוי – </a:t>
            </a:r>
            <a:endParaRPr/>
          </a:p>
          <a:p>
            <a:pPr indent="0" lvl="0" marL="109728" rtl="1" algn="r">
              <a:lnSpc>
                <a:spcPct val="100000"/>
              </a:lnSpc>
              <a:spcBef>
                <a:spcPts val="300"/>
              </a:spcBef>
              <a:spcAft>
                <a:spcPts val="0"/>
              </a:spcAft>
              <a:buSzPts val="4400"/>
              <a:buNone/>
            </a:pPr>
            <a:r>
              <a:rPr lang="iw-IL" sz="4400"/>
              <a:t>כשהכל מצליח בדרך הטבע זה מאת ה'.</a:t>
            </a:r>
            <a:endParaRPr/>
          </a:p>
          <a:p>
            <a:pPr indent="-129032" lvl="0" marL="365760" rtl="1" algn="r">
              <a:lnSpc>
                <a:spcPct val="100000"/>
              </a:lnSpc>
              <a:spcBef>
                <a:spcPts val="300"/>
              </a:spcBef>
              <a:spcAft>
                <a:spcPts val="0"/>
              </a:spcAft>
              <a:buSzPts val="2000"/>
              <a:buNone/>
            </a:pPr>
            <a:r>
              <a:t/>
            </a:r>
            <a:endParaRPr/>
          </a:p>
        </p:txBody>
      </p:sp>
      <p:sp>
        <p:nvSpPr>
          <p:cNvPr id="319" name="Google Shape;319;p23"/>
          <p:cNvSpPr txBox="1"/>
          <p:nvPr>
            <p:ph idx="2" type="body"/>
          </p:nvPr>
        </p:nvSpPr>
        <p:spPr>
          <a:xfrm>
            <a:off x="570384" y="2209800"/>
            <a:ext cx="8003232" cy="1683632"/>
          </a:xfrm>
          <a:prstGeom prst="rect">
            <a:avLst/>
          </a:prstGeom>
          <a:gradFill>
            <a:gsLst>
              <a:gs pos="0">
                <a:srgbClr val="F5F5F8"/>
              </a:gs>
              <a:gs pos="74000">
                <a:srgbClr val="ADADCE"/>
              </a:gs>
              <a:gs pos="83000">
                <a:srgbClr val="ADADCE"/>
              </a:gs>
              <a:gs pos="100000">
                <a:srgbClr val="C7C8DE"/>
              </a:gs>
            </a:gsLst>
            <a:lin ang="5400000" scaled="0"/>
          </a:gradFill>
          <a:ln>
            <a:noFill/>
          </a:ln>
        </p:spPr>
        <p:txBody>
          <a:bodyPr anchorCtr="0" anchor="t" bIns="45700" lIns="91425" spcFirstLastPara="1" rIns="91425" wrap="square" tIns="45700">
            <a:normAutofit/>
          </a:bodyPr>
          <a:lstStyle/>
          <a:p>
            <a:pPr indent="-256032" lvl="0" marL="365760" rtl="1" algn="r">
              <a:lnSpc>
                <a:spcPct val="100000"/>
              </a:lnSpc>
              <a:spcBef>
                <a:spcPts val="0"/>
              </a:spcBef>
              <a:spcAft>
                <a:spcPts val="0"/>
              </a:spcAft>
              <a:buSzPts val="3200"/>
              <a:buChar char="•"/>
            </a:pPr>
            <a:r>
              <a:rPr lang="iw-IL" sz="3200"/>
              <a:t>יש לכבד את דבר ה'.</a:t>
            </a:r>
            <a:endParaRPr/>
          </a:p>
          <a:p>
            <a:pPr indent="-256032" lvl="0" marL="365760" rtl="1" algn="r">
              <a:lnSpc>
                <a:spcPct val="100000"/>
              </a:lnSpc>
              <a:spcBef>
                <a:spcPts val="300"/>
              </a:spcBef>
              <a:spcAft>
                <a:spcPts val="0"/>
              </a:spcAft>
              <a:buSzPts val="3200"/>
              <a:buChar char="•"/>
            </a:pPr>
            <a:r>
              <a:rPr lang="iw-IL" sz="3200"/>
              <a:t>מנהיג ישראל הולך בראש הלוחמים.</a:t>
            </a:r>
            <a:endParaRPr/>
          </a:p>
          <a:p>
            <a:pPr indent="-129032" lvl="0" marL="365760" rtl="1" algn="r">
              <a:lnSpc>
                <a:spcPct val="100000"/>
              </a:lnSpc>
              <a:spcBef>
                <a:spcPts val="300"/>
              </a:spcBef>
              <a:spcAft>
                <a:spcPts val="0"/>
              </a:spcAft>
              <a:buSzPts val="2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Effect filter="fade" transition="in">
                                      <p:cBhvr>
                                        <p:cTn dur="500"/>
                                        <p:tgtEl>
                                          <p:spTgt spid="3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Effect filter="fade" transition="in">
                                      <p:cBhvr>
                                        <p:cTn dur="500"/>
                                        <p:tgtEl>
                                          <p:spTgt spid="3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animEffect filter="fade" transition="in">
                                      <p:cBhvr>
                                        <p:cTn dur="500"/>
                                        <p:tgtEl>
                                          <p:spTgt spid="31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4"/>
          <p:cNvSpPr txBox="1"/>
          <p:nvPr>
            <p:ph type="title"/>
          </p:nvPr>
        </p:nvSpPr>
        <p:spPr>
          <a:xfrm>
            <a:off x="467544" y="548680"/>
            <a:ext cx="8229600" cy="701824"/>
          </a:xfrm>
          <a:prstGeom prst="rect">
            <a:avLst/>
          </a:prstGeom>
          <a:noFill/>
          <a:ln>
            <a:noFill/>
          </a:ln>
        </p:spPr>
        <p:txBody>
          <a:bodyPr anchorCtr="0" anchor="ctr" bIns="45700" lIns="91425" spcFirstLastPara="1" rIns="91425" wrap="square" tIns="45700">
            <a:normAutofit/>
          </a:bodyPr>
          <a:lstStyle/>
          <a:p>
            <a:pPr indent="0" lvl="0" marL="0" rtl="1" algn="ctr">
              <a:lnSpc>
                <a:spcPct val="100000"/>
              </a:lnSpc>
              <a:spcBef>
                <a:spcPts val="0"/>
              </a:spcBef>
              <a:spcAft>
                <a:spcPts val="0"/>
              </a:spcAft>
              <a:buClr>
                <a:srgbClr val="AC0000"/>
              </a:buClr>
              <a:buSzPts val="4000"/>
              <a:buFont typeface="Tahoma"/>
              <a:buNone/>
            </a:pPr>
            <a:r>
              <a:rPr b="1" lang="iw-IL">
                <a:solidFill>
                  <a:srgbClr val="AC0000"/>
                </a:solidFill>
                <a:latin typeface="Tahoma"/>
                <a:ea typeface="Tahoma"/>
                <a:cs typeface="Tahoma"/>
                <a:sym typeface="Tahoma"/>
              </a:rPr>
              <a:t>שמגר בן ענת</a:t>
            </a:r>
            <a:endParaRPr/>
          </a:p>
        </p:txBody>
      </p:sp>
      <p:grpSp>
        <p:nvGrpSpPr>
          <p:cNvPr id="325" name="Google Shape;325;p24"/>
          <p:cNvGrpSpPr/>
          <p:nvPr/>
        </p:nvGrpSpPr>
        <p:grpSpPr>
          <a:xfrm>
            <a:off x="253415" y="6093296"/>
            <a:ext cx="6467479" cy="504056"/>
            <a:chOff x="1895" y="0"/>
            <a:chExt cx="6467479" cy="504056"/>
          </a:xfrm>
        </p:grpSpPr>
        <p:sp>
          <p:nvSpPr>
            <p:cNvPr id="326" name="Google Shape;326;p24"/>
            <p:cNvSpPr/>
            <p:nvPr/>
          </p:nvSpPr>
          <p:spPr>
            <a:xfrm rot="10800000">
              <a:off x="4567732" y="0"/>
              <a:ext cx="1901642" cy="504056"/>
            </a:xfrm>
            <a:prstGeom prst="homePlate">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4"/>
            <p:cNvSpPr txBox="1"/>
            <p:nvPr/>
          </p:nvSpPr>
          <p:spPr>
            <a:xfrm>
              <a:off x="4693746" y="0"/>
              <a:ext cx="1775628" cy="504056"/>
            </a:xfrm>
            <a:prstGeom prst="rect">
              <a:avLst/>
            </a:prstGeom>
            <a:noFill/>
            <a:ln>
              <a:noFill/>
            </a:ln>
          </p:spPr>
          <p:txBody>
            <a:bodyPr anchorCtr="0" anchor="ctr" bIns="29325" lIns="14650" spcFirstLastPara="1" rIns="5865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1. העמים שנשארו בארץ</a:t>
              </a:r>
              <a:endParaRPr b="0" i="0" sz="1050" u="none" cap="none" strike="noStrike">
                <a:solidFill>
                  <a:schemeClr val="lt1"/>
                </a:solidFill>
                <a:latin typeface="Georgia"/>
                <a:ea typeface="Georgia"/>
                <a:cs typeface="Georgia"/>
                <a:sym typeface="Georgia"/>
              </a:endParaRPr>
            </a:p>
          </p:txBody>
        </p:sp>
        <p:sp>
          <p:nvSpPr>
            <p:cNvPr id="328" name="Google Shape;328;p24"/>
            <p:cNvSpPr/>
            <p:nvPr/>
          </p:nvSpPr>
          <p:spPr>
            <a:xfrm rot="10800000">
              <a:off x="3044523"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4"/>
            <p:cNvSpPr txBox="1"/>
            <p:nvPr/>
          </p:nvSpPr>
          <p:spPr>
            <a:xfrm>
              <a:off x="3296551"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0" i="0" lang="iw-IL" sz="1050" u="none" cap="none" strike="noStrike">
                  <a:solidFill>
                    <a:schemeClr val="lt1"/>
                  </a:solidFill>
                  <a:latin typeface="Georgia"/>
                  <a:ea typeface="Georgia"/>
                  <a:cs typeface="Georgia"/>
                  <a:sym typeface="Georgia"/>
                </a:rPr>
                <a:t>2. עתניאל בן קנז</a:t>
              </a:r>
              <a:endParaRPr b="0" i="0" sz="1400" u="none" cap="none" strike="noStrike">
                <a:solidFill>
                  <a:srgbClr val="000000"/>
                </a:solidFill>
                <a:latin typeface="Arial"/>
                <a:ea typeface="Arial"/>
                <a:cs typeface="Arial"/>
                <a:sym typeface="Arial"/>
              </a:endParaRPr>
            </a:p>
          </p:txBody>
        </p:sp>
        <p:sp>
          <p:nvSpPr>
            <p:cNvPr id="330" name="Google Shape;330;p24"/>
            <p:cNvSpPr/>
            <p:nvPr/>
          </p:nvSpPr>
          <p:spPr>
            <a:xfrm rot="10800000">
              <a:off x="1523209" y="0"/>
              <a:ext cx="1901642" cy="504056"/>
            </a:xfrm>
            <a:prstGeom prst="chevron">
              <a:avLst>
                <a:gd fmla="val 50000" name="adj"/>
              </a:avLst>
            </a:prstGeom>
            <a:solidFill>
              <a:schemeClr val="accent2"/>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4"/>
            <p:cNvSpPr txBox="1"/>
            <p:nvPr/>
          </p:nvSpPr>
          <p:spPr>
            <a:xfrm>
              <a:off x="1775237"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3. אהוד בן גרא</a:t>
              </a:r>
              <a:endParaRPr b="0" i="0" sz="1400" u="none" cap="none" strike="noStrike">
                <a:solidFill>
                  <a:srgbClr val="000000"/>
                </a:solidFill>
                <a:latin typeface="Arial"/>
                <a:ea typeface="Arial"/>
                <a:cs typeface="Arial"/>
                <a:sym typeface="Arial"/>
              </a:endParaRPr>
            </a:p>
          </p:txBody>
        </p:sp>
        <p:sp>
          <p:nvSpPr>
            <p:cNvPr id="332" name="Google Shape;332;p24"/>
            <p:cNvSpPr/>
            <p:nvPr/>
          </p:nvSpPr>
          <p:spPr>
            <a:xfrm rot="10800000">
              <a:off x="1895" y="0"/>
              <a:ext cx="1901642" cy="504056"/>
            </a:xfrm>
            <a:prstGeom prst="chevron">
              <a:avLst>
                <a:gd fmla="val 50000" name="adj"/>
              </a:avLst>
            </a:prstGeom>
            <a:solidFill>
              <a:srgbClr val="934B21"/>
            </a:solidFill>
            <a:ln>
              <a:noFill/>
            </a:ln>
            <a:effectLst>
              <a:outerShdw blurRad="508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4"/>
            <p:cNvSpPr txBox="1"/>
            <p:nvPr/>
          </p:nvSpPr>
          <p:spPr>
            <a:xfrm>
              <a:off x="253923" y="0"/>
              <a:ext cx="1397586" cy="504056"/>
            </a:xfrm>
            <a:prstGeom prst="rect">
              <a:avLst/>
            </a:prstGeom>
            <a:noFill/>
            <a:ln>
              <a:noFill/>
            </a:ln>
          </p:spPr>
          <p:txBody>
            <a:bodyPr anchorCtr="0" anchor="ctr" bIns="29325" lIns="14650" spcFirstLastPara="1" rIns="44000" wrap="square" tIns="29325">
              <a:noAutofit/>
            </a:bodyPr>
            <a:lstStyle/>
            <a:p>
              <a:pPr indent="0" lvl="0" marL="0" marR="0" rtl="1" algn="ctr">
                <a:lnSpc>
                  <a:spcPct val="90000"/>
                </a:lnSpc>
                <a:spcBef>
                  <a:spcPts val="0"/>
                </a:spcBef>
                <a:spcAft>
                  <a:spcPts val="0"/>
                </a:spcAft>
                <a:buClr>
                  <a:schemeClr val="lt1"/>
                </a:buClr>
                <a:buSzPts val="1050"/>
                <a:buFont typeface="Georgia"/>
                <a:buNone/>
              </a:pPr>
              <a:r>
                <a:rPr b="1" i="0" lang="iw-IL" sz="1050" u="none" cap="none" strike="noStrike">
                  <a:solidFill>
                    <a:schemeClr val="lt1"/>
                  </a:solidFill>
                  <a:latin typeface="Georgia"/>
                  <a:ea typeface="Georgia"/>
                  <a:cs typeface="Georgia"/>
                  <a:sym typeface="Georgia"/>
                </a:rPr>
                <a:t>4. שמגר בן ענת</a:t>
              </a:r>
              <a:endParaRPr b="0" i="0" sz="1400" u="none" cap="none" strike="noStrike">
                <a:solidFill>
                  <a:srgbClr val="000000"/>
                </a:solidFill>
                <a:latin typeface="Arial"/>
                <a:ea typeface="Arial"/>
                <a:cs typeface="Arial"/>
                <a:sym typeface="Arial"/>
              </a:endParaRPr>
            </a:p>
          </p:txBody>
        </p:sp>
      </p:grpSp>
      <p:sp>
        <p:nvSpPr>
          <p:cNvPr id="334" name="Google Shape;334;p24"/>
          <p:cNvSpPr txBox="1"/>
          <p:nvPr/>
        </p:nvSpPr>
        <p:spPr>
          <a:xfrm>
            <a:off x="1547664" y="1628800"/>
            <a:ext cx="6048672" cy="707886"/>
          </a:xfrm>
          <a:prstGeom prst="rect">
            <a:avLst/>
          </a:prstGeom>
          <a:noFill/>
          <a:ln cap="flat" cmpd="sng" w="28575">
            <a:solidFill>
              <a:srgbClr val="FFC000"/>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rgbClr val="000000"/>
              </a:buClr>
              <a:buSzPts val="2000"/>
              <a:buFont typeface="Arial"/>
              <a:buNone/>
            </a:pPr>
            <a:r>
              <a:rPr b="0" i="0" lang="iw-IL" sz="2000" u="none" cap="none" strike="noStrike">
                <a:solidFill>
                  <a:schemeClr val="dk1"/>
                </a:solidFill>
                <a:latin typeface="Tahoma"/>
                <a:ea typeface="Tahoma"/>
                <a:cs typeface="Tahoma"/>
                <a:sym typeface="Tahoma"/>
              </a:rPr>
              <a:t>"ואחריו היה שמגר בן ענת ויך את פלשתים שש מאות איש במלמד הבקר וישע גם הוא את ישראל"</a:t>
            </a:r>
            <a:endParaRPr b="0" i="0" sz="1400" u="none" cap="none" strike="noStrike">
              <a:solidFill>
                <a:srgbClr val="000000"/>
              </a:solidFill>
              <a:latin typeface="Arial"/>
              <a:ea typeface="Arial"/>
              <a:cs typeface="Arial"/>
              <a:sym typeface="Arial"/>
            </a:endParaRPr>
          </a:p>
        </p:txBody>
      </p:sp>
      <p:sp>
        <p:nvSpPr>
          <p:cNvPr id="335" name="Google Shape;335;p24"/>
          <p:cNvSpPr txBox="1"/>
          <p:nvPr/>
        </p:nvSpPr>
        <p:spPr>
          <a:xfrm>
            <a:off x="1813084" y="3184206"/>
            <a:ext cx="6048672" cy="1815882"/>
          </a:xfrm>
          <a:prstGeom prst="rect">
            <a:avLst/>
          </a:prstGeom>
          <a:noFill/>
          <a:ln cap="flat" cmpd="sng" w="28575">
            <a:solidFill>
              <a:srgbClr val="FFC000"/>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rgbClr val="000000"/>
              </a:buClr>
              <a:buSzPts val="2000"/>
              <a:buFont typeface="Arial"/>
              <a:buNone/>
            </a:pPr>
            <a:r>
              <a:rPr b="0" i="0" lang="iw-IL" sz="2000" u="none" cap="none" strike="noStrike">
                <a:solidFill>
                  <a:schemeClr val="dk1"/>
                </a:solidFill>
                <a:latin typeface="Tahoma"/>
                <a:ea typeface="Tahoma"/>
                <a:cs typeface="Tahoma"/>
                <a:sym typeface="Tahoma"/>
              </a:rPr>
              <a:t>מצודת דוד:</a:t>
            </a:r>
            <a:br>
              <a:rPr b="0" i="0" lang="iw-IL" sz="2000" u="none" cap="none" strike="noStrike">
                <a:solidFill>
                  <a:schemeClr val="dk1"/>
                </a:solidFill>
                <a:latin typeface="Tahoma"/>
                <a:ea typeface="Tahoma"/>
                <a:cs typeface="Tahoma"/>
                <a:sym typeface="Tahoma"/>
              </a:rPr>
            </a:br>
            <a:r>
              <a:rPr b="0" i="0" lang="iw-IL" sz="2000" u="none" cap="none" strike="noStrike">
                <a:solidFill>
                  <a:schemeClr val="dk1"/>
                </a:solidFill>
                <a:latin typeface="Tahoma"/>
                <a:ea typeface="Tahoma"/>
                <a:cs typeface="Tahoma"/>
                <a:sym typeface="Tahoma"/>
              </a:rPr>
              <a:t>אחריו- </a:t>
            </a:r>
            <a:r>
              <a:rPr b="0" i="0" lang="iw-IL" sz="2000" u="none" cap="none" strike="noStrike">
                <a:solidFill>
                  <a:schemeClr val="dk1"/>
                </a:solidFill>
                <a:latin typeface="Georgia"/>
                <a:ea typeface="Georgia"/>
                <a:cs typeface="Georgia"/>
                <a:sym typeface="Georgia"/>
              </a:rPr>
              <a:t> </a:t>
            </a:r>
            <a:r>
              <a:rPr b="0" i="0" lang="iw-IL" sz="1600" u="none" cap="none" strike="noStrike">
                <a:solidFill>
                  <a:schemeClr val="dk1"/>
                </a:solidFill>
                <a:latin typeface="Tahoma"/>
                <a:ea typeface="Tahoma"/>
                <a:cs typeface="Tahoma"/>
                <a:sym typeface="Tahoma"/>
              </a:rPr>
              <a:t>בשנה שמת אהוד היה שמגר לשופט, ומת בשנה ההיא</a:t>
            </a:r>
            <a:endParaRPr b="0" i="0" sz="1400" u="none" cap="none" strike="noStrike">
              <a:solidFill>
                <a:srgbClr val="000000"/>
              </a:solidFill>
              <a:latin typeface="Arial"/>
              <a:ea typeface="Arial"/>
              <a:cs typeface="Arial"/>
              <a:sym typeface="Arial"/>
            </a:endParaRPr>
          </a:p>
          <a:p>
            <a:pPr indent="0" lvl="0" marL="0" marR="0" rtl="1"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ahoma"/>
              <a:ea typeface="Tahoma"/>
              <a:cs typeface="Tahoma"/>
              <a:sym typeface="Tahoma"/>
            </a:endParaRPr>
          </a:p>
          <a:p>
            <a:pPr indent="0" lvl="0" marL="0" marR="0" rtl="1" algn="ctr">
              <a:lnSpc>
                <a:spcPct val="100000"/>
              </a:lnSpc>
              <a:spcBef>
                <a:spcPts val="0"/>
              </a:spcBef>
              <a:spcAft>
                <a:spcPts val="0"/>
              </a:spcAft>
              <a:buClr>
                <a:srgbClr val="000000"/>
              </a:buClr>
              <a:buSzPts val="2000"/>
              <a:buFont typeface="Arial"/>
              <a:buNone/>
            </a:pPr>
            <a:r>
              <a:rPr b="0" i="0" lang="iw-IL" sz="2000" u="none" cap="none" strike="noStrike">
                <a:solidFill>
                  <a:schemeClr val="dk1"/>
                </a:solidFill>
                <a:latin typeface="Tahoma"/>
                <a:ea typeface="Tahoma"/>
                <a:cs typeface="Tahoma"/>
                <a:sym typeface="Tahoma"/>
              </a:rPr>
              <a:t>מצודת ציון:</a:t>
            </a:r>
            <a:endParaRPr b="0" i="0" sz="1400" u="none" cap="none" strike="noStrike">
              <a:solidFill>
                <a:srgbClr val="000000"/>
              </a:solidFill>
              <a:latin typeface="Arial"/>
              <a:ea typeface="Arial"/>
              <a:cs typeface="Arial"/>
              <a:sym typeface="Arial"/>
            </a:endParaRPr>
          </a:p>
          <a:p>
            <a:pPr indent="0" lvl="0" marL="0" marR="0" rtl="1" algn="ctr">
              <a:lnSpc>
                <a:spcPct val="100000"/>
              </a:lnSpc>
              <a:spcBef>
                <a:spcPts val="0"/>
              </a:spcBef>
              <a:spcAft>
                <a:spcPts val="0"/>
              </a:spcAft>
              <a:buClr>
                <a:srgbClr val="000000"/>
              </a:buClr>
              <a:buSzPts val="2000"/>
              <a:buFont typeface="Arial"/>
              <a:buNone/>
            </a:pPr>
            <a:r>
              <a:rPr b="0" i="0" lang="iw-IL" sz="2000" u="none" cap="none" strike="noStrike">
                <a:solidFill>
                  <a:schemeClr val="dk1"/>
                </a:solidFill>
                <a:latin typeface="Tahoma"/>
                <a:ea typeface="Tahoma"/>
                <a:cs typeface="Tahoma"/>
                <a:sym typeface="Tahoma"/>
              </a:rPr>
              <a:t>מלמד הבקר- </a:t>
            </a:r>
            <a:r>
              <a:rPr b="0" i="0" lang="iw-IL" sz="1600" u="none" cap="none" strike="noStrike">
                <a:solidFill>
                  <a:schemeClr val="dk1"/>
                </a:solidFill>
                <a:latin typeface="Tahoma"/>
                <a:ea typeface="Tahoma"/>
                <a:cs typeface="Tahoma"/>
                <a:sym typeface="Tahoma"/>
              </a:rPr>
              <a:t>הוא המקל שבראשו, תקועה כעין מחט הנקרא דרבן, ובו מלמד ומורה הבקר לחרישה.</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20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עירוני">
  <a:themeElements>
    <a:clrScheme name="עירוני">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